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7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1" r:id="rId6"/>
    <p:sldId id="260" r:id="rId7"/>
    <p:sldId id="262" r:id="rId8"/>
    <p:sldId id="263" r:id="rId9"/>
    <p:sldId id="264" r:id="rId10"/>
    <p:sldId id="265" r:id="rId11"/>
  </p:sldIdLst>
  <p:sldSz cx="18288000" cy="10287000"/>
  <p:notesSz cx="6858000" cy="9144000"/>
  <p:embeddedFontLst>
    <p:embeddedFont>
      <p:font typeface="Assistant" pitchFamily="2" charset="-79"/>
      <p:regular r:id="rId13"/>
      <p:bold r:id="rId14"/>
    </p:embeddedFont>
    <p:embeddedFont>
      <p:font typeface="Calibri" panose="020F0502020204030204" pitchFamily="34" charset="0"/>
      <p:regular r:id="rId15"/>
      <p:bold r:id="rId16"/>
      <p:italic r:id="rId17"/>
      <p:boldItalic r:id="rId18"/>
    </p:embeddedFont>
    <p:embeddedFont>
      <p:font typeface="Tenor Sans" panose="020B0604020202020204" charset="0"/>
      <p:regular r:id="rId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5FEFFD3-6666-4A21-9EAB-E3F01174B1A3}" v="598" dt="2023-06-05T07:10:38.588"/>
    <p1510:client id="{E7DC62A5-98AE-4204-A76E-F7F073D68BED}" v="372" dt="2023-06-05T00:04:16.78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ric James" userId="4a31f6a7fa646261" providerId="Windows Live" clId="Web-{95FEFFD3-6666-4A21-9EAB-E3F01174B1A3}"/>
    <pc:docChg chg="modSld">
      <pc:chgData name="Eric James" userId="4a31f6a7fa646261" providerId="Windows Live" clId="Web-{95FEFFD3-6666-4A21-9EAB-E3F01174B1A3}" dt="2023-06-05T07:10:38.588" v="291" actId="20577"/>
      <pc:docMkLst>
        <pc:docMk/>
      </pc:docMkLst>
      <pc:sldChg chg="modSp">
        <pc:chgData name="Eric James" userId="4a31f6a7fa646261" providerId="Windows Live" clId="Web-{95FEFFD3-6666-4A21-9EAB-E3F01174B1A3}" dt="2023-06-05T07:10:38.588" v="291" actId="20577"/>
        <pc:sldMkLst>
          <pc:docMk/>
          <pc:sldMk cId="0" sldId="259"/>
        </pc:sldMkLst>
        <pc:spChg chg="mod">
          <ac:chgData name="Eric James" userId="4a31f6a7fa646261" providerId="Windows Live" clId="Web-{95FEFFD3-6666-4A21-9EAB-E3F01174B1A3}" dt="2023-06-05T07:10:38.588" v="291" actId="20577"/>
          <ac:spMkLst>
            <pc:docMk/>
            <pc:sldMk cId="0" sldId="259"/>
            <ac:spMk id="7" creationId="{C0AF3CB5-19CC-B33E-332F-87C1B07F6603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" name="Google Shape;5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" name="Google Shape;6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8" name="Google Shape;20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7" name="Google Shape;217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4" name="Google Shape;224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0" name="Google Shape;250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"/>
          <p:cNvSpPr/>
          <p:nvPr/>
        </p:nvSpPr>
        <p:spPr>
          <a:xfrm>
            <a:off x="0" y="8631788"/>
            <a:ext cx="18288118" cy="1655221"/>
          </a:xfrm>
          <a:custGeom>
            <a:avLst/>
            <a:gdLst/>
            <a:ahLst/>
            <a:cxnLst/>
            <a:rect l="l" t="t" r="r" b="b"/>
            <a:pathLst>
              <a:path w="4816592" h="435940" extrusionOk="0">
                <a:moveTo>
                  <a:pt x="0" y="0"/>
                </a:moveTo>
                <a:lnTo>
                  <a:pt x="4816592" y="0"/>
                </a:lnTo>
                <a:lnTo>
                  <a:pt x="4816592" y="435940"/>
                </a:lnTo>
                <a:lnTo>
                  <a:pt x="0" y="435940"/>
                </a:lnTo>
                <a:close/>
              </a:path>
            </a:pathLst>
          </a:custGeom>
          <a:solidFill>
            <a:srgbClr val="0C48BB"/>
          </a:solidFill>
          <a:ln>
            <a:noFill/>
          </a:ln>
        </p:spPr>
      </p:sp>
      <p:sp>
        <p:nvSpPr>
          <p:cNvPr id="11" name="Google Shape;11;p3"/>
          <p:cNvSpPr txBox="1">
            <a:spLocks noGrp="1"/>
          </p:cNvSpPr>
          <p:nvPr>
            <p:ph type="body" idx="1"/>
          </p:nvPr>
        </p:nvSpPr>
        <p:spPr>
          <a:xfrm>
            <a:off x="1507350" y="473185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445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Assistant"/>
              <a:buChar char="●"/>
              <a:defRPr sz="3400">
                <a:latin typeface="Assistant"/>
                <a:ea typeface="Assistant"/>
                <a:cs typeface="Assistant"/>
                <a:sym typeface="Assistant"/>
              </a:defRPr>
            </a:lvl1pPr>
            <a:lvl2pPr marL="914400" lvl="1" indent="-4445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Assistant"/>
              <a:buChar char="○"/>
              <a:defRPr sz="3400">
                <a:latin typeface="Assistant"/>
                <a:ea typeface="Assistant"/>
                <a:cs typeface="Assistant"/>
                <a:sym typeface="Assistant"/>
              </a:defRPr>
            </a:lvl2pPr>
            <a:lvl3pPr marL="1371600" lvl="2" indent="-4445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Assistant"/>
              <a:buChar char="■"/>
              <a:defRPr sz="3400">
                <a:latin typeface="Assistant"/>
                <a:ea typeface="Assistant"/>
                <a:cs typeface="Assistant"/>
                <a:sym typeface="Assistant"/>
              </a:defRPr>
            </a:lvl3pPr>
            <a:lvl4pPr marL="1828800" lvl="3" indent="-4445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Assistant"/>
              <a:buChar char="●"/>
              <a:defRPr sz="3400">
                <a:latin typeface="Assistant"/>
                <a:ea typeface="Assistant"/>
                <a:cs typeface="Assistant"/>
                <a:sym typeface="Assistant"/>
              </a:defRPr>
            </a:lvl4pPr>
            <a:lvl5pPr marL="2286000" lvl="4" indent="-4445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Assistant"/>
              <a:buChar char="○"/>
              <a:defRPr sz="3400">
                <a:latin typeface="Assistant"/>
                <a:ea typeface="Assistant"/>
                <a:cs typeface="Assistant"/>
                <a:sym typeface="Assistant"/>
              </a:defRPr>
            </a:lvl5pPr>
            <a:lvl6pPr marL="2743200" lvl="5" indent="-4445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Assistant"/>
              <a:buChar char="■"/>
              <a:defRPr sz="3400">
                <a:latin typeface="Assistant"/>
                <a:ea typeface="Assistant"/>
                <a:cs typeface="Assistant"/>
                <a:sym typeface="Assistant"/>
              </a:defRPr>
            </a:lvl6pPr>
            <a:lvl7pPr marL="3200400" lvl="6" indent="-4445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Assistant"/>
              <a:buChar char="●"/>
              <a:defRPr sz="3400">
                <a:latin typeface="Assistant"/>
                <a:ea typeface="Assistant"/>
                <a:cs typeface="Assistant"/>
                <a:sym typeface="Assistant"/>
              </a:defRPr>
            </a:lvl7pPr>
            <a:lvl8pPr marL="3657600" lvl="7" indent="-4445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Assistant"/>
              <a:buChar char="○"/>
              <a:defRPr sz="3400">
                <a:latin typeface="Assistant"/>
                <a:ea typeface="Assistant"/>
                <a:cs typeface="Assistant"/>
                <a:sym typeface="Assistant"/>
              </a:defRPr>
            </a:lvl8pPr>
            <a:lvl9pPr marL="4114800" lvl="8" indent="-4445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Assistant"/>
              <a:buChar char="■"/>
              <a:defRPr sz="3400"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endParaRPr/>
          </a:p>
        </p:txBody>
      </p:sp>
      <p:sp>
        <p:nvSpPr>
          <p:cNvPr id="12" name="Google Shape;12;p3"/>
          <p:cNvSpPr txBox="1">
            <a:spLocks noGrp="1"/>
          </p:cNvSpPr>
          <p:nvPr>
            <p:ph type="title"/>
          </p:nvPr>
        </p:nvSpPr>
        <p:spPr>
          <a:xfrm>
            <a:off x="1152300" y="649600"/>
            <a:ext cx="14335800" cy="338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300"/>
              <a:buFont typeface="Tenor Sans"/>
              <a:buNone/>
              <a:defRPr sz="12300">
                <a:solidFill>
                  <a:schemeClr val="dk2"/>
                </a:solidFill>
                <a:latin typeface="Tenor Sans"/>
                <a:ea typeface="Tenor Sans"/>
                <a:cs typeface="Tenor Sans"/>
                <a:sym typeface="Tenor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4"/>
          <p:cNvSpPr txBox="1">
            <a:spLocks noGrp="1"/>
          </p:cNvSpPr>
          <p:nvPr>
            <p:ph type="body" idx="1"/>
          </p:nvPr>
        </p:nvSpPr>
        <p:spPr>
          <a:xfrm>
            <a:off x="1296800" y="2430925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7465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ssistant"/>
              <a:buChar char="●"/>
              <a:defRPr sz="2300">
                <a:latin typeface="Assistant"/>
                <a:ea typeface="Assistant"/>
                <a:cs typeface="Assistant"/>
                <a:sym typeface="Assistant"/>
              </a:defRPr>
            </a:lvl1pPr>
            <a:lvl2pPr marL="914400" lvl="1" indent="-37465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ssistant"/>
              <a:buChar char="○"/>
              <a:defRPr sz="2300">
                <a:latin typeface="Assistant"/>
                <a:ea typeface="Assistant"/>
                <a:cs typeface="Assistant"/>
                <a:sym typeface="Assistant"/>
              </a:defRPr>
            </a:lvl2pPr>
            <a:lvl3pPr marL="1371600" lvl="2" indent="-37465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ssistant"/>
              <a:buChar char="■"/>
              <a:defRPr sz="2300">
                <a:latin typeface="Assistant"/>
                <a:ea typeface="Assistant"/>
                <a:cs typeface="Assistant"/>
                <a:sym typeface="Assistant"/>
              </a:defRPr>
            </a:lvl3pPr>
            <a:lvl4pPr marL="1828800" lvl="3" indent="-37465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ssistant"/>
              <a:buChar char="●"/>
              <a:defRPr sz="2300">
                <a:latin typeface="Assistant"/>
                <a:ea typeface="Assistant"/>
                <a:cs typeface="Assistant"/>
                <a:sym typeface="Assistant"/>
              </a:defRPr>
            </a:lvl4pPr>
            <a:lvl5pPr marL="2286000" lvl="4" indent="-37465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ssistant"/>
              <a:buChar char="○"/>
              <a:defRPr sz="2300">
                <a:latin typeface="Assistant"/>
                <a:ea typeface="Assistant"/>
                <a:cs typeface="Assistant"/>
                <a:sym typeface="Assistant"/>
              </a:defRPr>
            </a:lvl5pPr>
            <a:lvl6pPr marL="2743200" lvl="5" indent="-37465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ssistant"/>
              <a:buChar char="■"/>
              <a:defRPr sz="2300">
                <a:latin typeface="Assistant"/>
                <a:ea typeface="Assistant"/>
                <a:cs typeface="Assistant"/>
                <a:sym typeface="Assistant"/>
              </a:defRPr>
            </a:lvl6pPr>
            <a:lvl7pPr marL="3200400" lvl="6" indent="-37465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ssistant"/>
              <a:buChar char="●"/>
              <a:defRPr sz="2300">
                <a:latin typeface="Assistant"/>
                <a:ea typeface="Assistant"/>
                <a:cs typeface="Assistant"/>
                <a:sym typeface="Assistant"/>
              </a:defRPr>
            </a:lvl7pPr>
            <a:lvl8pPr marL="3657600" lvl="7" indent="-37465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ssistant"/>
              <a:buChar char="○"/>
              <a:defRPr sz="2300">
                <a:latin typeface="Assistant"/>
                <a:ea typeface="Assistant"/>
                <a:cs typeface="Assistant"/>
                <a:sym typeface="Assistant"/>
              </a:defRPr>
            </a:lvl8pPr>
            <a:lvl9pPr marL="4114800" lvl="8" indent="-37465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ssistant"/>
              <a:buChar char="■"/>
              <a:defRPr sz="2300"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endParaRPr/>
          </a:p>
        </p:txBody>
      </p:sp>
      <p:sp>
        <p:nvSpPr>
          <p:cNvPr id="15" name="Google Shape;15;p4"/>
          <p:cNvSpPr/>
          <p:nvPr/>
        </p:nvSpPr>
        <p:spPr>
          <a:xfrm>
            <a:off x="0" y="9258300"/>
            <a:ext cx="18280075" cy="1028255"/>
          </a:xfrm>
          <a:custGeom>
            <a:avLst/>
            <a:gdLst/>
            <a:ahLst/>
            <a:cxnLst/>
            <a:rect l="l" t="t" r="r" b="b"/>
            <a:pathLst>
              <a:path w="8971816" h="504665" extrusionOk="0">
                <a:moveTo>
                  <a:pt x="0" y="0"/>
                </a:moveTo>
                <a:lnTo>
                  <a:pt x="8971816" y="0"/>
                </a:lnTo>
                <a:lnTo>
                  <a:pt x="8971816" y="504665"/>
                </a:lnTo>
                <a:lnTo>
                  <a:pt x="0" y="504665"/>
                </a:lnTo>
                <a:close/>
              </a:path>
            </a:pathLst>
          </a:custGeom>
          <a:solidFill>
            <a:srgbClr val="0C48BB"/>
          </a:solidFill>
          <a:ln>
            <a:noFill/>
          </a:ln>
        </p:spPr>
      </p:sp>
      <p:sp>
        <p:nvSpPr>
          <p:cNvPr id="16" name="Google Shape;16;p4"/>
          <p:cNvSpPr txBox="1">
            <a:spLocks noGrp="1"/>
          </p:cNvSpPr>
          <p:nvPr>
            <p:ph type="title"/>
          </p:nvPr>
        </p:nvSpPr>
        <p:spPr>
          <a:xfrm>
            <a:off x="1059175" y="757750"/>
            <a:ext cx="13823400" cy="136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500"/>
              <a:buFont typeface="Tenor Sans"/>
              <a:buNone/>
              <a:defRPr sz="7500">
                <a:solidFill>
                  <a:schemeClr val="dk2"/>
                </a:solidFill>
                <a:latin typeface="Tenor Sans"/>
                <a:ea typeface="Tenor Sans"/>
                <a:cs typeface="Tenor Sans"/>
                <a:sym typeface="Tenor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5"/>
          <p:cNvSpPr/>
          <p:nvPr/>
        </p:nvSpPr>
        <p:spPr>
          <a:xfrm>
            <a:off x="0" y="0"/>
            <a:ext cx="18280075" cy="3126283"/>
          </a:xfrm>
          <a:custGeom>
            <a:avLst/>
            <a:gdLst/>
            <a:ahLst/>
            <a:cxnLst/>
            <a:rect l="l" t="t" r="r" b="b"/>
            <a:pathLst>
              <a:path w="8971816" h="1534372" extrusionOk="0">
                <a:moveTo>
                  <a:pt x="0" y="0"/>
                </a:moveTo>
                <a:lnTo>
                  <a:pt x="8971816" y="0"/>
                </a:lnTo>
                <a:lnTo>
                  <a:pt x="8971816" y="1534372"/>
                </a:lnTo>
                <a:lnTo>
                  <a:pt x="0" y="1534372"/>
                </a:lnTo>
                <a:close/>
              </a:path>
            </a:pathLst>
          </a:custGeom>
          <a:solidFill>
            <a:srgbClr val="0C48BB"/>
          </a:solidFill>
          <a:ln>
            <a:noFill/>
          </a:ln>
        </p:spPr>
      </p:sp>
      <p:sp>
        <p:nvSpPr>
          <p:cNvPr id="19" name="Google Shape;19;p5"/>
          <p:cNvSpPr txBox="1">
            <a:spLocks noGrp="1"/>
          </p:cNvSpPr>
          <p:nvPr>
            <p:ph type="title"/>
          </p:nvPr>
        </p:nvSpPr>
        <p:spPr>
          <a:xfrm>
            <a:off x="1034175" y="724875"/>
            <a:ext cx="13823400" cy="136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0"/>
              <a:buFont typeface="Tenor Sans"/>
              <a:buNone/>
              <a:defRPr sz="7500">
                <a:solidFill>
                  <a:schemeClr val="lt1"/>
                </a:solidFill>
                <a:latin typeface="Tenor Sans"/>
                <a:ea typeface="Tenor Sans"/>
                <a:cs typeface="Tenor Sans"/>
                <a:sym typeface="Tenor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0" name="Google Shape;20;p5"/>
          <p:cNvSpPr txBox="1">
            <a:spLocks noGrp="1"/>
          </p:cNvSpPr>
          <p:nvPr>
            <p:ph type="body" idx="1"/>
          </p:nvPr>
        </p:nvSpPr>
        <p:spPr>
          <a:xfrm>
            <a:off x="1716675" y="4098675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7465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ssistant"/>
              <a:buChar char="●"/>
              <a:defRPr sz="2300">
                <a:latin typeface="Assistant"/>
                <a:ea typeface="Assistant"/>
                <a:cs typeface="Assistant"/>
                <a:sym typeface="Assistant"/>
              </a:defRPr>
            </a:lvl1pPr>
            <a:lvl2pPr marL="914400" lvl="1" indent="-37465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ssistant"/>
              <a:buChar char="○"/>
              <a:defRPr sz="2300">
                <a:latin typeface="Assistant"/>
                <a:ea typeface="Assistant"/>
                <a:cs typeface="Assistant"/>
                <a:sym typeface="Assistant"/>
              </a:defRPr>
            </a:lvl2pPr>
            <a:lvl3pPr marL="1371600" lvl="2" indent="-37465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ssistant"/>
              <a:buChar char="■"/>
              <a:defRPr sz="2300">
                <a:latin typeface="Assistant"/>
                <a:ea typeface="Assistant"/>
                <a:cs typeface="Assistant"/>
                <a:sym typeface="Assistant"/>
              </a:defRPr>
            </a:lvl3pPr>
            <a:lvl4pPr marL="1828800" lvl="3" indent="-37465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ssistant"/>
              <a:buChar char="●"/>
              <a:defRPr sz="2300">
                <a:latin typeface="Assistant"/>
                <a:ea typeface="Assistant"/>
                <a:cs typeface="Assistant"/>
                <a:sym typeface="Assistant"/>
              </a:defRPr>
            </a:lvl4pPr>
            <a:lvl5pPr marL="2286000" lvl="4" indent="-37465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ssistant"/>
              <a:buChar char="○"/>
              <a:defRPr sz="2300">
                <a:latin typeface="Assistant"/>
                <a:ea typeface="Assistant"/>
                <a:cs typeface="Assistant"/>
                <a:sym typeface="Assistant"/>
              </a:defRPr>
            </a:lvl5pPr>
            <a:lvl6pPr marL="2743200" lvl="5" indent="-37465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ssistant"/>
              <a:buChar char="■"/>
              <a:defRPr sz="2300">
                <a:latin typeface="Assistant"/>
                <a:ea typeface="Assistant"/>
                <a:cs typeface="Assistant"/>
                <a:sym typeface="Assistant"/>
              </a:defRPr>
            </a:lvl6pPr>
            <a:lvl7pPr marL="3200400" lvl="6" indent="-37465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ssistant"/>
              <a:buChar char="●"/>
              <a:defRPr sz="2300">
                <a:latin typeface="Assistant"/>
                <a:ea typeface="Assistant"/>
                <a:cs typeface="Assistant"/>
                <a:sym typeface="Assistant"/>
              </a:defRPr>
            </a:lvl7pPr>
            <a:lvl8pPr marL="3657600" lvl="7" indent="-37465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ssistant"/>
              <a:buChar char="○"/>
              <a:defRPr sz="2300">
                <a:latin typeface="Assistant"/>
                <a:ea typeface="Assistant"/>
                <a:cs typeface="Assistant"/>
                <a:sym typeface="Assistant"/>
              </a:defRPr>
            </a:lvl8pPr>
            <a:lvl9pPr marL="4114800" lvl="8" indent="-37465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ssistant"/>
              <a:buChar char="■"/>
              <a:defRPr sz="2300"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Content" type="twoObj">
  <p:cSld name="TWO_OBJECTS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6"/>
          <p:cNvSpPr/>
          <p:nvPr/>
        </p:nvSpPr>
        <p:spPr>
          <a:xfrm>
            <a:off x="0" y="0"/>
            <a:ext cx="18280075" cy="10330159"/>
          </a:xfrm>
          <a:custGeom>
            <a:avLst/>
            <a:gdLst/>
            <a:ahLst/>
            <a:cxnLst/>
            <a:rect l="l" t="t" r="r" b="b"/>
            <a:pathLst>
              <a:path w="8971816" h="1534372" extrusionOk="0">
                <a:moveTo>
                  <a:pt x="0" y="0"/>
                </a:moveTo>
                <a:lnTo>
                  <a:pt x="8971816" y="0"/>
                </a:lnTo>
                <a:lnTo>
                  <a:pt x="8971816" y="1534372"/>
                </a:lnTo>
                <a:lnTo>
                  <a:pt x="0" y="1534372"/>
                </a:lnTo>
                <a:close/>
              </a:path>
            </a:pathLst>
          </a:custGeom>
          <a:solidFill>
            <a:srgbClr val="0C48BB"/>
          </a:solidFill>
          <a:ln>
            <a:noFill/>
          </a:ln>
        </p:spPr>
      </p:sp>
      <p:sp>
        <p:nvSpPr>
          <p:cNvPr id="23" name="Google Shape;23;p6"/>
          <p:cNvSpPr txBox="1">
            <a:spLocks noGrp="1"/>
          </p:cNvSpPr>
          <p:nvPr>
            <p:ph type="body" idx="1"/>
          </p:nvPr>
        </p:nvSpPr>
        <p:spPr>
          <a:xfrm>
            <a:off x="900475" y="4441800"/>
            <a:ext cx="52740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74650" algn="l"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2300"/>
              <a:buFont typeface="Assistant"/>
              <a:buChar char="●"/>
              <a:defRPr sz="2300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marL="914400" lvl="1" indent="-374650" algn="l"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300"/>
              <a:buFont typeface="Assistant"/>
              <a:buChar char="○"/>
              <a:defRPr sz="2300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marL="1371600" lvl="2" indent="-37465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300"/>
              <a:buFont typeface="Assistant"/>
              <a:buChar char="■"/>
              <a:defRPr sz="2300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marL="1828800" lvl="3" indent="-37465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2300"/>
              <a:buFont typeface="Assistant"/>
              <a:buChar char="●"/>
              <a:defRPr sz="2300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marL="2286000" lvl="4" indent="-37465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2300"/>
              <a:buFont typeface="Assistant"/>
              <a:buChar char="○"/>
              <a:defRPr sz="2300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marL="2743200" lvl="5" indent="-37465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2300"/>
              <a:buFont typeface="Assistant"/>
              <a:buChar char="■"/>
              <a:defRPr sz="2300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marL="3200400" lvl="6" indent="-37465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2300"/>
              <a:buFont typeface="Assistant"/>
              <a:buChar char="●"/>
              <a:defRPr sz="2300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marL="3657600" lvl="7" indent="-37465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2300"/>
              <a:buFont typeface="Assistant"/>
              <a:buChar char="○"/>
              <a:defRPr sz="2300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marL="4114800" lvl="8" indent="-37465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2300"/>
              <a:buFont typeface="Assistant"/>
              <a:buChar char="■"/>
              <a:defRPr sz="2300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endParaRPr/>
          </a:p>
        </p:txBody>
      </p:sp>
      <p:sp>
        <p:nvSpPr>
          <p:cNvPr id="24" name="Google Shape;24;p6"/>
          <p:cNvSpPr txBox="1">
            <a:spLocks noGrp="1"/>
          </p:cNvSpPr>
          <p:nvPr>
            <p:ph type="body" idx="2"/>
          </p:nvPr>
        </p:nvSpPr>
        <p:spPr>
          <a:xfrm>
            <a:off x="6665375" y="4441800"/>
            <a:ext cx="52740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74650" algn="l" rtl="0"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2300"/>
              <a:buFont typeface="Assistant"/>
              <a:buChar char="●"/>
              <a:defRPr sz="2300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marL="914400" lvl="1" indent="-374650" algn="l" rtl="0"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300"/>
              <a:buFont typeface="Assistant"/>
              <a:buChar char="○"/>
              <a:defRPr sz="2300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marL="1371600" lvl="2" indent="-374650" algn="l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300"/>
              <a:buFont typeface="Assistant"/>
              <a:buChar char="■"/>
              <a:defRPr sz="2300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marL="1828800" lvl="3" indent="-374650" algn="l" rtl="0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2300"/>
              <a:buFont typeface="Assistant"/>
              <a:buChar char="●"/>
              <a:defRPr sz="2300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marL="2286000" lvl="4" indent="-374650" algn="l" rtl="0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2300"/>
              <a:buFont typeface="Assistant"/>
              <a:buChar char="○"/>
              <a:defRPr sz="2300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marL="2743200" lvl="5" indent="-374650" algn="l" rtl="0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2300"/>
              <a:buFont typeface="Assistant"/>
              <a:buChar char="■"/>
              <a:defRPr sz="2300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marL="3200400" lvl="6" indent="-374650" algn="l" rtl="0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2300"/>
              <a:buFont typeface="Assistant"/>
              <a:buChar char="●"/>
              <a:defRPr sz="2300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marL="3657600" lvl="7" indent="-374650" algn="l" rtl="0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2300"/>
              <a:buFont typeface="Assistant"/>
              <a:buChar char="○"/>
              <a:defRPr sz="2300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marL="4114800" lvl="8" indent="-374650" algn="l" rtl="0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2300"/>
              <a:buFont typeface="Assistant"/>
              <a:buChar char="■"/>
              <a:defRPr sz="2300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endParaRPr/>
          </a:p>
        </p:txBody>
      </p:sp>
      <p:sp>
        <p:nvSpPr>
          <p:cNvPr id="25" name="Google Shape;25;p6"/>
          <p:cNvSpPr txBox="1">
            <a:spLocks noGrp="1"/>
          </p:cNvSpPr>
          <p:nvPr>
            <p:ph type="body" idx="3"/>
          </p:nvPr>
        </p:nvSpPr>
        <p:spPr>
          <a:xfrm>
            <a:off x="12522450" y="4441800"/>
            <a:ext cx="52740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74650" algn="l" rtl="0"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2300"/>
              <a:buFont typeface="Assistant"/>
              <a:buChar char="●"/>
              <a:defRPr sz="2300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marL="914400" lvl="1" indent="-374650" algn="l" rtl="0"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300"/>
              <a:buFont typeface="Assistant"/>
              <a:buChar char="○"/>
              <a:defRPr sz="2300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marL="1371600" lvl="2" indent="-374650" algn="l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300"/>
              <a:buFont typeface="Assistant"/>
              <a:buChar char="■"/>
              <a:defRPr sz="2300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marL="1828800" lvl="3" indent="-374650" algn="l" rtl="0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2300"/>
              <a:buFont typeface="Assistant"/>
              <a:buChar char="●"/>
              <a:defRPr sz="2300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marL="2286000" lvl="4" indent="-374650" algn="l" rtl="0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2300"/>
              <a:buFont typeface="Assistant"/>
              <a:buChar char="○"/>
              <a:defRPr sz="2300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marL="2743200" lvl="5" indent="-374650" algn="l" rtl="0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2300"/>
              <a:buFont typeface="Assistant"/>
              <a:buChar char="■"/>
              <a:defRPr sz="2300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marL="3200400" lvl="6" indent="-374650" algn="l" rtl="0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2300"/>
              <a:buFont typeface="Assistant"/>
              <a:buChar char="●"/>
              <a:defRPr sz="2300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marL="3657600" lvl="7" indent="-374650" algn="l" rtl="0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2300"/>
              <a:buFont typeface="Assistant"/>
              <a:buChar char="○"/>
              <a:defRPr sz="2300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marL="4114800" lvl="8" indent="-374650" algn="l" rtl="0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2300"/>
              <a:buFont typeface="Assistant"/>
              <a:buChar char="■"/>
              <a:defRPr sz="2300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endParaRPr/>
          </a:p>
        </p:txBody>
      </p:sp>
      <p:cxnSp>
        <p:nvCxnSpPr>
          <p:cNvPr id="26" name="Google Shape;26;p6"/>
          <p:cNvCxnSpPr/>
          <p:nvPr/>
        </p:nvCxnSpPr>
        <p:spPr>
          <a:xfrm rot="-5400000">
            <a:off x="3123221" y="6406499"/>
            <a:ext cx="6195600" cy="0"/>
          </a:xfrm>
          <a:prstGeom prst="straightConnector1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7" name="Google Shape;27;p6"/>
          <p:cNvCxnSpPr/>
          <p:nvPr/>
        </p:nvCxnSpPr>
        <p:spPr>
          <a:xfrm rot="-5400000">
            <a:off x="8946460" y="6406499"/>
            <a:ext cx="6195600" cy="0"/>
          </a:xfrm>
          <a:prstGeom prst="straightConnector1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8" name="Google Shape;28;p6"/>
          <p:cNvSpPr txBox="1">
            <a:spLocks noGrp="1"/>
          </p:cNvSpPr>
          <p:nvPr>
            <p:ph type="title"/>
          </p:nvPr>
        </p:nvSpPr>
        <p:spPr>
          <a:xfrm>
            <a:off x="1034175" y="724875"/>
            <a:ext cx="13823400" cy="136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0"/>
              <a:buFont typeface="Tenor Sans"/>
              <a:buNone/>
              <a:defRPr sz="7500">
                <a:solidFill>
                  <a:schemeClr val="lt1"/>
                </a:solidFill>
                <a:latin typeface="Tenor Sans"/>
                <a:ea typeface="Tenor Sans"/>
                <a:cs typeface="Tenor Sans"/>
                <a:sym typeface="Tenor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-304050" y="5575575"/>
            <a:ext cx="18592045" cy="4711422"/>
          </a:xfrm>
          <a:custGeom>
            <a:avLst/>
            <a:gdLst/>
            <a:ahLst/>
            <a:cxnLst/>
            <a:rect l="l" t="t" r="r" b="b"/>
            <a:pathLst>
              <a:path w="4816592" h="435940" extrusionOk="0">
                <a:moveTo>
                  <a:pt x="0" y="0"/>
                </a:moveTo>
                <a:lnTo>
                  <a:pt x="4816592" y="0"/>
                </a:lnTo>
                <a:lnTo>
                  <a:pt x="4816592" y="435940"/>
                </a:lnTo>
                <a:lnTo>
                  <a:pt x="0" y="435940"/>
                </a:lnTo>
                <a:close/>
              </a:path>
            </a:pathLst>
          </a:custGeom>
          <a:solidFill>
            <a:srgbClr val="0C48BB"/>
          </a:solidFill>
          <a:ln>
            <a:noFill/>
          </a:ln>
        </p:spPr>
      </p:sp>
      <p:sp>
        <p:nvSpPr>
          <p:cNvPr id="31" name="Google Shape;31;p7"/>
          <p:cNvSpPr txBox="1">
            <a:spLocks noGrp="1"/>
          </p:cNvSpPr>
          <p:nvPr>
            <p:ph type="title"/>
          </p:nvPr>
        </p:nvSpPr>
        <p:spPr>
          <a:xfrm>
            <a:off x="7096250" y="2865250"/>
            <a:ext cx="8431200" cy="136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500"/>
              <a:buFont typeface="Tenor Sans"/>
              <a:buNone/>
              <a:defRPr sz="7500">
                <a:solidFill>
                  <a:schemeClr val="dk2"/>
                </a:solidFill>
                <a:latin typeface="Tenor Sans"/>
                <a:ea typeface="Tenor Sans"/>
                <a:cs typeface="Tenor Sans"/>
                <a:sym typeface="Tenor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7"/>
          <p:cNvSpPr>
            <a:spLocks noGrp="1"/>
          </p:cNvSpPr>
          <p:nvPr>
            <p:ph type="pic" idx="2"/>
          </p:nvPr>
        </p:nvSpPr>
        <p:spPr>
          <a:xfrm>
            <a:off x="-7249675" y="-36300"/>
            <a:ext cx="13866600" cy="10399500"/>
          </a:xfrm>
          <a:prstGeom prst="rect">
            <a:avLst/>
          </a:prstGeom>
          <a:noFill/>
          <a:ln>
            <a:noFill/>
          </a:ln>
        </p:spPr>
      </p:sp>
      <p:sp>
        <p:nvSpPr>
          <p:cNvPr id="33" name="Google Shape;33;p7"/>
          <p:cNvSpPr/>
          <p:nvPr/>
        </p:nvSpPr>
        <p:spPr>
          <a:xfrm>
            <a:off x="6335797" y="5495283"/>
            <a:ext cx="3086608" cy="259388"/>
          </a:xfrm>
          <a:custGeom>
            <a:avLst/>
            <a:gdLst/>
            <a:ahLst/>
            <a:cxnLst/>
            <a:rect l="l" t="t" r="r" b="b"/>
            <a:pathLst>
              <a:path w="812800" h="68305" extrusionOk="0">
                <a:moveTo>
                  <a:pt x="0" y="0"/>
                </a:moveTo>
                <a:lnTo>
                  <a:pt x="812800" y="0"/>
                </a:lnTo>
                <a:lnTo>
                  <a:pt x="812800" y="68305"/>
                </a:lnTo>
                <a:lnTo>
                  <a:pt x="0" y="68305"/>
                </a:lnTo>
                <a:close/>
              </a:path>
            </a:pathLst>
          </a:custGeom>
          <a:solidFill>
            <a:srgbClr val="B4E3EF"/>
          </a:solidFill>
          <a:ln>
            <a:noFill/>
          </a:ln>
        </p:spPr>
      </p:sp>
      <p:sp>
        <p:nvSpPr>
          <p:cNvPr id="34" name="Google Shape;34;p7"/>
          <p:cNvSpPr txBox="1">
            <a:spLocks noGrp="1"/>
          </p:cNvSpPr>
          <p:nvPr>
            <p:ph type="body" idx="1"/>
          </p:nvPr>
        </p:nvSpPr>
        <p:spPr>
          <a:xfrm>
            <a:off x="7471950" y="595325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74650" algn="l" rtl="0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2300"/>
              <a:buFont typeface="Assistant"/>
              <a:buChar char="●"/>
              <a:defRPr sz="2300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marL="914400" lvl="1" indent="-374650" algn="l" rtl="0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2300"/>
              <a:buFont typeface="Assistant"/>
              <a:buChar char="○"/>
              <a:defRPr sz="2300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marL="1371600" lvl="2" indent="-374650" algn="l" rtl="0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2300"/>
              <a:buFont typeface="Assistant"/>
              <a:buChar char="■"/>
              <a:defRPr sz="2300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marL="1828800" lvl="3" indent="-374650" algn="l" rtl="0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2300"/>
              <a:buFont typeface="Assistant"/>
              <a:buChar char="●"/>
              <a:defRPr sz="2300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marL="2286000" lvl="4" indent="-374650" algn="l" rtl="0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2300"/>
              <a:buFont typeface="Assistant"/>
              <a:buChar char="○"/>
              <a:defRPr sz="2300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marL="2743200" lvl="5" indent="-374650" algn="l" rtl="0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2300"/>
              <a:buFont typeface="Assistant"/>
              <a:buChar char="■"/>
              <a:defRPr sz="2300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marL="3200400" lvl="6" indent="-374650" algn="l" rtl="0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2300"/>
              <a:buFont typeface="Assistant"/>
              <a:buChar char="●"/>
              <a:defRPr sz="2300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marL="3657600" lvl="7" indent="-374650" algn="l" rtl="0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2300"/>
              <a:buFont typeface="Assistant"/>
              <a:buChar char="○"/>
              <a:defRPr sz="2300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marL="4114800" lvl="8" indent="-374650" algn="l" rtl="0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2300"/>
              <a:buFont typeface="Assistant"/>
              <a:buChar char="■"/>
              <a:defRPr sz="2300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 type="titleOnly">
  <p:cSld name="TITLE_ONLY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/>
          <p:nvPr/>
        </p:nvSpPr>
        <p:spPr>
          <a:xfrm>
            <a:off x="-34848" y="0"/>
            <a:ext cx="18314908" cy="10282543"/>
          </a:xfrm>
          <a:custGeom>
            <a:avLst/>
            <a:gdLst/>
            <a:ahLst/>
            <a:cxnLst/>
            <a:rect l="l" t="t" r="r" b="b"/>
            <a:pathLst>
              <a:path w="8988912" h="5046647" extrusionOk="0">
                <a:moveTo>
                  <a:pt x="0" y="0"/>
                </a:moveTo>
                <a:lnTo>
                  <a:pt x="8988912" y="0"/>
                </a:lnTo>
                <a:lnTo>
                  <a:pt x="8988912" y="5046647"/>
                </a:lnTo>
                <a:lnTo>
                  <a:pt x="0" y="5046647"/>
                </a:lnTo>
                <a:close/>
              </a:path>
            </a:pathLst>
          </a:custGeom>
          <a:solidFill>
            <a:srgbClr val="0C48BB"/>
          </a:solidFill>
          <a:ln>
            <a:noFill/>
          </a:ln>
        </p:spPr>
      </p:sp>
      <p:sp>
        <p:nvSpPr>
          <p:cNvPr id="37" name="Google Shape;37;p8"/>
          <p:cNvSpPr txBox="1">
            <a:spLocks noGrp="1"/>
          </p:cNvSpPr>
          <p:nvPr>
            <p:ph type="body" idx="1"/>
          </p:nvPr>
        </p:nvSpPr>
        <p:spPr>
          <a:xfrm>
            <a:off x="4463000" y="4304700"/>
            <a:ext cx="94644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50850" algn="l" rtl="0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Assistant"/>
              <a:buChar char="●"/>
              <a:defRPr sz="3500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marL="914400" lvl="1" indent="-450850" algn="l" rtl="0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Assistant"/>
              <a:buChar char="○"/>
              <a:defRPr sz="3500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marL="1371600" lvl="2" indent="-450850" algn="l" rtl="0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Assistant"/>
              <a:buChar char="■"/>
              <a:defRPr sz="3500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marL="1828800" lvl="3" indent="-450850" algn="l" rtl="0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Assistant"/>
              <a:buChar char="●"/>
              <a:defRPr sz="3500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marL="2286000" lvl="4" indent="-450850" algn="l" rtl="0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Assistant"/>
              <a:buChar char="○"/>
              <a:defRPr sz="3500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marL="2743200" lvl="5" indent="-450850" algn="l" rtl="0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Assistant"/>
              <a:buChar char="■"/>
              <a:defRPr sz="3500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marL="3200400" lvl="6" indent="-450850" algn="l" rtl="0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Assistant"/>
              <a:buChar char="●"/>
              <a:defRPr sz="3500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marL="3657600" lvl="7" indent="-450850" algn="l" rtl="0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Assistant"/>
              <a:buChar char="○"/>
              <a:defRPr sz="3500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marL="4114800" lvl="8" indent="-450850" algn="l" rtl="0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Assistant"/>
              <a:buChar char="■"/>
              <a:defRPr sz="3500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endParaRPr/>
          </a:p>
        </p:txBody>
      </p:sp>
      <p:sp>
        <p:nvSpPr>
          <p:cNvPr id="38" name="Google Shape;38;p8"/>
          <p:cNvSpPr txBox="1">
            <a:spLocks noGrp="1"/>
          </p:cNvSpPr>
          <p:nvPr>
            <p:ph type="title"/>
          </p:nvPr>
        </p:nvSpPr>
        <p:spPr>
          <a:xfrm>
            <a:off x="2377100" y="2752425"/>
            <a:ext cx="13823400" cy="136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0"/>
              <a:buFont typeface="Tenor Sans"/>
              <a:buNone/>
              <a:defRPr sz="7500">
                <a:solidFill>
                  <a:schemeClr val="lt1"/>
                </a:solidFill>
                <a:latin typeface="Tenor Sans"/>
                <a:ea typeface="Tenor Sans"/>
                <a:cs typeface="Tenor Sans"/>
                <a:sym typeface="Tenor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/>
          <p:nvPr/>
        </p:nvSpPr>
        <p:spPr>
          <a:xfrm>
            <a:off x="-9" y="-3610"/>
            <a:ext cx="5782276" cy="10286150"/>
          </a:xfrm>
          <a:custGeom>
            <a:avLst/>
            <a:gdLst/>
            <a:ahLst/>
            <a:cxnLst/>
            <a:rect l="l" t="t" r="r" b="b"/>
            <a:pathLst>
              <a:path w="2837927" h="5048417" extrusionOk="0">
                <a:moveTo>
                  <a:pt x="0" y="0"/>
                </a:moveTo>
                <a:lnTo>
                  <a:pt x="2837927" y="0"/>
                </a:lnTo>
                <a:lnTo>
                  <a:pt x="2837927" y="5048417"/>
                </a:lnTo>
                <a:lnTo>
                  <a:pt x="0" y="5048417"/>
                </a:lnTo>
                <a:close/>
              </a:path>
            </a:pathLst>
          </a:custGeom>
          <a:solidFill>
            <a:srgbClr val="0C48BB"/>
          </a:solidFill>
          <a:ln>
            <a:noFill/>
          </a:ln>
        </p:spPr>
      </p:sp>
      <p:sp>
        <p:nvSpPr>
          <p:cNvPr id="41" name="Google Shape;41;p9"/>
          <p:cNvSpPr>
            <a:spLocks noGrp="1"/>
          </p:cNvSpPr>
          <p:nvPr>
            <p:ph type="pic" idx="2"/>
          </p:nvPr>
        </p:nvSpPr>
        <p:spPr>
          <a:xfrm>
            <a:off x="-911324" y="1969975"/>
            <a:ext cx="8172900" cy="6129600"/>
          </a:xfrm>
          <a:prstGeom prst="rect">
            <a:avLst/>
          </a:prstGeom>
          <a:noFill/>
          <a:ln>
            <a:noFill/>
          </a:ln>
        </p:spPr>
      </p:sp>
      <p:sp>
        <p:nvSpPr>
          <p:cNvPr id="42" name="Google Shape;42;p9"/>
          <p:cNvSpPr txBox="1">
            <a:spLocks noGrp="1"/>
          </p:cNvSpPr>
          <p:nvPr>
            <p:ph type="body" idx="1"/>
          </p:nvPr>
        </p:nvSpPr>
        <p:spPr>
          <a:xfrm>
            <a:off x="7543625" y="3352375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7465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ssistant"/>
              <a:buChar char="●"/>
              <a:defRPr sz="2300">
                <a:latin typeface="Assistant"/>
                <a:ea typeface="Assistant"/>
                <a:cs typeface="Assistant"/>
                <a:sym typeface="Assistant"/>
              </a:defRPr>
            </a:lvl1pPr>
            <a:lvl2pPr marL="914400" lvl="1" indent="-37465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ssistant"/>
              <a:buChar char="○"/>
              <a:defRPr sz="2300">
                <a:latin typeface="Assistant"/>
                <a:ea typeface="Assistant"/>
                <a:cs typeface="Assistant"/>
                <a:sym typeface="Assistant"/>
              </a:defRPr>
            </a:lvl2pPr>
            <a:lvl3pPr marL="1371600" lvl="2" indent="-37465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ssistant"/>
              <a:buChar char="■"/>
              <a:defRPr sz="2300">
                <a:latin typeface="Assistant"/>
                <a:ea typeface="Assistant"/>
                <a:cs typeface="Assistant"/>
                <a:sym typeface="Assistant"/>
              </a:defRPr>
            </a:lvl3pPr>
            <a:lvl4pPr marL="1828800" lvl="3" indent="-37465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ssistant"/>
              <a:buChar char="●"/>
              <a:defRPr sz="2300">
                <a:latin typeface="Assistant"/>
                <a:ea typeface="Assistant"/>
                <a:cs typeface="Assistant"/>
                <a:sym typeface="Assistant"/>
              </a:defRPr>
            </a:lvl4pPr>
            <a:lvl5pPr marL="2286000" lvl="4" indent="-37465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ssistant"/>
              <a:buChar char="○"/>
              <a:defRPr sz="2300">
                <a:latin typeface="Assistant"/>
                <a:ea typeface="Assistant"/>
                <a:cs typeface="Assistant"/>
                <a:sym typeface="Assistant"/>
              </a:defRPr>
            </a:lvl5pPr>
            <a:lvl6pPr marL="2743200" lvl="5" indent="-37465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ssistant"/>
              <a:buChar char="■"/>
              <a:defRPr sz="2300">
                <a:latin typeface="Assistant"/>
                <a:ea typeface="Assistant"/>
                <a:cs typeface="Assistant"/>
                <a:sym typeface="Assistant"/>
              </a:defRPr>
            </a:lvl6pPr>
            <a:lvl7pPr marL="3200400" lvl="6" indent="-37465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ssistant"/>
              <a:buChar char="●"/>
              <a:defRPr sz="2300">
                <a:latin typeface="Assistant"/>
                <a:ea typeface="Assistant"/>
                <a:cs typeface="Assistant"/>
                <a:sym typeface="Assistant"/>
              </a:defRPr>
            </a:lvl7pPr>
            <a:lvl8pPr marL="3657600" lvl="7" indent="-37465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ssistant"/>
              <a:buChar char="○"/>
              <a:defRPr sz="2300">
                <a:latin typeface="Assistant"/>
                <a:ea typeface="Assistant"/>
                <a:cs typeface="Assistant"/>
                <a:sym typeface="Assistant"/>
              </a:defRPr>
            </a:lvl8pPr>
            <a:lvl9pPr marL="4114800" lvl="8" indent="-37465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ssistant"/>
              <a:buChar char="■"/>
              <a:defRPr sz="2300"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endParaRPr/>
          </a:p>
        </p:txBody>
      </p:sp>
      <p:sp>
        <p:nvSpPr>
          <p:cNvPr id="43" name="Google Shape;43;p9"/>
          <p:cNvSpPr txBox="1">
            <a:spLocks noGrp="1"/>
          </p:cNvSpPr>
          <p:nvPr>
            <p:ph type="title"/>
          </p:nvPr>
        </p:nvSpPr>
        <p:spPr>
          <a:xfrm>
            <a:off x="7643275" y="1969975"/>
            <a:ext cx="13823400" cy="136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500"/>
              <a:buFont typeface="Tenor Sans"/>
              <a:buNone/>
              <a:defRPr sz="7500">
                <a:solidFill>
                  <a:schemeClr val="dk2"/>
                </a:solidFill>
                <a:latin typeface="Tenor Sans"/>
                <a:ea typeface="Tenor Sans"/>
                <a:cs typeface="Tenor Sans"/>
                <a:sym typeface="Tenor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/>
        </p:nvSpPr>
        <p:spPr>
          <a:xfrm>
            <a:off x="12503216" y="-3610"/>
            <a:ext cx="5782276" cy="10286150"/>
          </a:xfrm>
          <a:custGeom>
            <a:avLst/>
            <a:gdLst/>
            <a:ahLst/>
            <a:cxnLst/>
            <a:rect l="l" t="t" r="r" b="b"/>
            <a:pathLst>
              <a:path w="2837927" h="5048417" extrusionOk="0">
                <a:moveTo>
                  <a:pt x="0" y="0"/>
                </a:moveTo>
                <a:lnTo>
                  <a:pt x="2837927" y="0"/>
                </a:lnTo>
                <a:lnTo>
                  <a:pt x="2837927" y="5048417"/>
                </a:lnTo>
                <a:lnTo>
                  <a:pt x="0" y="5048417"/>
                </a:lnTo>
                <a:close/>
              </a:path>
            </a:pathLst>
          </a:custGeom>
          <a:solidFill>
            <a:srgbClr val="0C48BB"/>
          </a:solidFill>
          <a:ln>
            <a:noFill/>
          </a:ln>
        </p:spPr>
      </p:sp>
      <p:sp>
        <p:nvSpPr>
          <p:cNvPr id="46" name="Google Shape;46;p10"/>
          <p:cNvSpPr>
            <a:spLocks noGrp="1"/>
          </p:cNvSpPr>
          <p:nvPr>
            <p:ph type="pic" idx="2"/>
          </p:nvPr>
        </p:nvSpPr>
        <p:spPr>
          <a:xfrm>
            <a:off x="10115051" y="1908550"/>
            <a:ext cx="8172900" cy="6129600"/>
          </a:xfrm>
          <a:prstGeom prst="rect">
            <a:avLst/>
          </a:prstGeom>
          <a:noFill/>
          <a:ln>
            <a:noFill/>
          </a:ln>
        </p:spPr>
      </p:sp>
      <p:sp>
        <p:nvSpPr>
          <p:cNvPr id="47" name="Google Shape;47;p10"/>
          <p:cNvSpPr/>
          <p:nvPr/>
        </p:nvSpPr>
        <p:spPr>
          <a:xfrm>
            <a:off x="789072" y="5612758"/>
            <a:ext cx="9974316" cy="106960"/>
          </a:xfrm>
          <a:custGeom>
            <a:avLst/>
            <a:gdLst/>
            <a:ahLst/>
            <a:cxnLst/>
            <a:rect l="l" t="t" r="r" b="b"/>
            <a:pathLst>
              <a:path w="2626548" h="28166" extrusionOk="0">
                <a:moveTo>
                  <a:pt x="0" y="0"/>
                </a:moveTo>
                <a:lnTo>
                  <a:pt x="2626548" y="0"/>
                </a:lnTo>
                <a:lnTo>
                  <a:pt x="2626548" y="28166"/>
                </a:lnTo>
                <a:lnTo>
                  <a:pt x="0" y="28166"/>
                </a:lnTo>
                <a:close/>
              </a:path>
            </a:pathLst>
          </a:custGeom>
          <a:solidFill>
            <a:srgbClr val="B4E3EF"/>
          </a:solidFill>
          <a:ln>
            <a:noFill/>
          </a:ln>
        </p:spPr>
      </p:sp>
      <p:sp>
        <p:nvSpPr>
          <p:cNvPr id="48" name="Google Shape;48;p10"/>
          <p:cNvSpPr txBox="1">
            <a:spLocks noGrp="1"/>
          </p:cNvSpPr>
          <p:nvPr>
            <p:ph type="body" idx="1"/>
          </p:nvPr>
        </p:nvSpPr>
        <p:spPr>
          <a:xfrm>
            <a:off x="1163750" y="603395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7465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ssistant"/>
              <a:buChar char="●"/>
              <a:defRPr sz="2300">
                <a:latin typeface="Assistant"/>
                <a:ea typeface="Assistant"/>
                <a:cs typeface="Assistant"/>
                <a:sym typeface="Assistant"/>
              </a:defRPr>
            </a:lvl1pPr>
            <a:lvl2pPr marL="914400" lvl="1" indent="-37465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ssistant"/>
              <a:buChar char="○"/>
              <a:defRPr sz="2300">
                <a:latin typeface="Assistant"/>
                <a:ea typeface="Assistant"/>
                <a:cs typeface="Assistant"/>
                <a:sym typeface="Assistant"/>
              </a:defRPr>
            </a:lvl2pPr>
            <a:lvl3pPr marL="1371600" lvl="2" indent="-37465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ssistant"/>
              <a:buChar char="■"/>
              <a:defRPr sz="2300">
                <a:latin typeface="Assistant"/>
                <a:ea typeface="Assistant"/>
                <a:cs typeface="Assistant"/>
                <a:sym typeface="Assistant"/>
              </a:defRPr>
            </a:lvl3pPr>
            <a:lvl4pPr marL="1828800" lvl="3" indent="-37465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ssistant"/>
              <a:buChar char="●"/>
              <a:defRPr sz="2300">
                <a:latin typeface="Assistant"/>
                <a:ea typeface="Assistant"/>
                <a:cs typeface="Assistant"/>
                <a:sym typeface="Assistant"/>
              </a:defRPr>
            </a:lvl4pPr>
            <a:lvl5pPr marL="2286000" lvl="4" indent="-37465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ssistant"/>
              <a:buChar char="○"/>
              <a:defRPr sz="2300">
                <a:latin typeface="Assistant"/>
                <a:ea typeface="Assistant"/>
                <a:cs typeface="Assistant"/>
                <a:sym typeface="Assistant"/>
              </a:defRPr>
            </a:lvl5pPr>
            <a:lvl6pPr marL="2743200" lvl="5" indent="-37465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ssistant"/>
              <a:buChar char="■"/>
              <a:defRPr sz="2300">
                <a:latin typeface="Assistant"/>
                <a:ea typeface="Assistant"/>
                <a:cs typeface="Assistant"/>
                <a:sym typeface="Assistant"/>
              </a:defRPr>
            </a:lvl6pPr>
            <a:lvl7pPr marL="3200400" lvl="6" indent="-37465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ssistant"/>
              <a:buChar char="●"/>
              <a:defRPr sz="2300">
                <a:latin typeface="Assistant"/>
                <a:ea typeface="Assistant"/>
                <a:cs typeface="Assistant"/>
                <a:sym typeface="Assistant"/>
              </a:defRPr>
            </a:lvl7pPr>
            <a:lvl8pPr marL="3657600" lvl="7" indent="-37465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ssistant"/>
              <a:buChar char="○"/>
              <a:defRPr sz="2300">
                <a:latin typeface="Assistant"/>
                <a:ea typeface="Assistant"/>
                <a:cs typeface="Assistant"/>
                <a:sym typeface="Assistant"/>
              </a:defRPr>
            </a:lvl8pPr>
            <a:lvl9pPr marL="4114800" lvl="8" indent="-37465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ssistant"/>
              <a:buChar char="■"/>
              <a:defRPr sz="2300"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endParaRPr/>
          </a:p>
        </p:txBody>
      </p:sp>
      <p:sp>
        <p:nvSpPr>
          <p:cNvPr id="49" name="Google Shape;49;p10"/>
          <p:cNvSpPr txBox="1">
            <a:spLocks noGrp="1"/>
          </p:cNvSpPr>
          <p:nvPr>
            <p:ph type="title"/>
          </p:nvPr>
        </p:nvSpPr>
        <p:spPr>
          <a:xfrm>
            <a:off x="682150" y="3078925"/>
            <a:ext cx="8916900" cy="136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500"/>
              <a:buFont typeface="Tenor Sans"/>
              <a:buNone/>
              <a:defRPr sz="7500">
                <a:solidFill>
                  <a:schemeClr val="dk2"/>
                </a:solidFill>
                <a:latin typeface="Tenor Sans"/>
                <a:ea typeface="Tenor Sans"/>
                <a:cs typeface="Tenor Sans"/>
                <a:sym typeface="Tenor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body" idx="1"/>
          </p:nvPr>
        </p:nvSpPr>
        <p:spPr>
          <a:xfrm>
            <a:off x="2218400" y="489735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ssistant"/>
              <a:buChar char="●"/>
              <a:defRPr>
                <a:latin typeface="Assistant"/>
                <a:ea typeface="Assistant"/>
                <a:cs typeface="Assistant"/>
                <a:sym typeface="Assistant"/>
              </a:defRPr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ssistant"/>
              <a:buChar char="○"/>
              <a:defRPr>
                <a:latin typeface="Assistant"/>
                <a:ea typeface="Assistant"/>
                <a:cs typeface="Assistant"/>
                <a:sym typeface="Assistant"/>
              </a:defRPr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ssistant"/>
              <a:buChar char="■"/>
              <a:defRPr>
                <a:latin typeface="Assistant"/>
                <a:ea typeface="Assistant"/>
                <a:cs typeface="Assistant"/>
                <a:sym typeface="Assistant"/>
              </a:defRPr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ssistant"/>
              <a:buChar char="●"/>
              <a:defRPr>
                <a:latin typeface="Assistant"/>
                <a:ea typeface="Assistant"/>
                <a:cs typeface="Assistant"/>
                <a:sym typeface="Assistant"/>
              </a:defRPr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ssistant"/>
              <a:buChar char="○"/>
              <a:defRPr>
                <a:latin typeface="Assistant"/>
                <a:ea typeface="Assistant"/>
                <a:cs typeface="Assistant"/>
                <a:sym typeface="Assistant"/>
              </a:defRPr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ssistant"/>
              <a:buChar char="■"/>
              <a:defRPr>
                <a:latin typeface="Assistant"/>
                <a:ea typeface="Assistant"/>
                <a:cs typeface="Assistant"/>
                <a:sym typeface="Assistant"/>
              </a:defRPr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ssistant"/>
              <a:buChar char="●"/>
              <a:defRPr>
                <a:latin typeface="Assistant"/>
                <a:ea typeface="Assistant"/>
                <a:cs typeface="Assistant"/>
                <a:sym typeface="Assistant"/>
              </a:defRPr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ssistant"/>
              <a:buChar char="○"/>
              <a:defRPr>
                <a:latin typeface="Assistant"/>
                <a:ea typeface="Assistant"/>
                <a:cs typeface="Assistant"/>
                <a:sym typeface="Assistant"/>
              </a:defRPr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ssistant"/>
              <a:buChar char="■"/>
              <a:defRPr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title"/>
          </p:nvPr>
        </p:nvSpPr>
        <p:spPr>
          <a:xfrm>
            <a:off x="1152300" y="649600"/>
            <a:ext cx="14335800" cy="338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300"/>
              <a:buFont typeface="Tenor Sans"/>
              <a:buNone/>
              <a:defRPr sz="12300">
                <a:solidFill>
                  <a:schemeClr val="dk2"/>
                </a:solidFill>
                <a:latin typeface="Tenor Sans"/>
                <a:ea typeface="Tenor Sans"/>
                <a:cs typeface="Tenor Sans"/>
                <a:sym typeface="Tenor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" name="Google Shape;54;p11"/>
          <p:cNvGrpSpPr/>
          <p:nvPr/>
        </p:nvGrpSpPr>
        <p:grpSpPr>
          <a:xfrm>
            <a:off x="0" y="8741389"/>
            <a:ext cx="18287996" cy="2976698"/>
            <a:chOff x="0" y="-57149"/>
            <a:chExt cx="4816592" cy="870000"/>
          </a:xfrm>
        </p:grpSpPr>
        <p:sp>
          <p:nvSpPr>
            <p:cNvPr id="55" name="Google Shape;55;p11"/>
            <p:cNvSpPr/>
            <p:nvPr/>
          </p:nvSpPr>
          <p:spPr>
            <a:xfrm>
              <a:off x="0" y="0"/>
              <a:ext cx="4816592" cy="435940"/>
            </a:xfrm>
            <a:custGeom>
              <a:avLst/>
              <a:gdLst/>
              <a:ahLst/>
              <a:cxnLst/>
              <a:rect l="l" t="t" r="r" b="b"/>
              <a:pathLst>
                <a:path w="4816592" h="435940" extrusionOk="0">
                  <a:moveTo>
                    <a:pt x="0" y="0"/>
                  </a:moveTo>
                  <a:lnTo>
                    <a:pt x="4816592" y="0"/>
                  </a:lnTo>
                  <a:lnTo>
                    <a:pt x="4816592" y="435940"/>
                  </a:lnTo>
                  <a:lnTo>
                    <a:pt x="0" y="435940"/>
                  </a:lnTo>
                  <a:close/>
                </a:path>
              </a:pathLst>
            </a:custGeom>
            <a:solidFill>
              <a:srgbClr val="0C48BB"/>
            </a:solidFill>
            <a:ln>
              <a:noFill/>
            </a:ln>
          </p:spPr>
        </p:sp>
        <p:sp>
          <p:nvSpPr>
            <p:cNvPr id="56" name="Google Shape;56;p11"/>
            <p:cNvSpPr txBox="1"/>
            <p:nvPr/>
          </p:nvSpPr>
          <p:spPr>
            <a:xfrm>
              <a:off x="0" y="-57149"/>
              <a:ext cx="4816500" cy="87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7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57" name="Google Shape;57;p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058400" y="1977805"/>
            <a:ext cx="8229600" cy="54864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8" name="Google Shape;58;p11"/>
          <p:cNvCxnSpPr/>
          <p:nvPr/>
        </p:nvCxnSpPr>
        <p:spPr>
          <a:xfrm>
            <a:off x="1210628" y="6056361"/>
            <a:ext cx="11339069" cy="0"/>
          </a:xfrm>
          <a:prstGeom prst="straightConnector1">
            <a:avLst/>
          </a:prstGeom>
          <a:noFill/>
          <a:ln w="104775" cap="flat" cmpd="sng">
            <a:solidFill>
              <a:srgbClr val="B4E3EF"/>
            </a:solidFill>
            <a:prstDash val="dash"/>
            <a:round/>
            <a:headEnd type="none" w="sm" len="sm"/>
            <a:tailEnd type="none" w="sm" len="sm"/>
          </a:ln>
        </p:spPr>
      </p:cxnSp>
      <p:grpSp>
        <p:nvGrpSpPr>
          <p:cNvPr id="59" name="Google Shape;59;p11"/>
          <p:cNvGrpSpPr/>
          <p:nvPr/>
        </p:nvGrpSpPr>
        <p:grpSpPr>
          <a:xfrm>
            <a:off x="9534932" y="5476731"/>
            <a:ext cx="1258394" cy="1264035"/>
            <a:chOff x="1813" y="0"/>
            <a:chExt cx="809173" cy="812800"/>
          </a:xfrm>
        </p:grpSpPr>
        <p:sp>
          <p:nvSpPr>
            <p:cNvPr id="60" name="Google Shape;60;p11"/>
            <p:cNvSpPr/>
            <p:nvPr/>
          </p:nvSpPr>
          <p:spPr>
            <a:xfrm>
              <a:off x="1813" y="0"/>
              <a:ext cx="809173" cy="812800"/>
            </a:xfrm>
            <a:custGeom>
              <a:avLst/>
              <a:gdLst/>
              <a:ahLst/>
              <a:cxnLst/>
              <a:rect l="l" t="t" r="r" b="b"/>
              <a:pathLst>
                <a:path w="809173" h="812800" extrusionOk="0">
                  <a:moveTo>
                    <a:pt x="404587" y="0"/>
                  </a:moveTo>
                  <a:cubicBezTo>
                    <a:pt x="628326" y="1001"/>
                    <a:pt x="809174" y="182659"/>
                    <a:pt x="809174" y="406400"/>
                  </a:cubicBezTo>
                  <a:cubicBezTo>
                    <a:pt x="809174" y="630141"/>
                    <a:pt x="628326" y="811799"/>
                    <a:pt x="404587" y="812800"/>
                  </a:cubicBezTo>
                  <a:cubicBezTo>
                    <a:pt x="180848" y="811799"/>
                    <a:pt x="0" y="630141"/>
                    <a:pt x="0" y="406400"/>
                  </a:cubicBezTo>
                  <a:cubicBezTo>
                    <a:pt x="0" y="182659"/>
                    <a:pt x="180848" y="1001"/>
                    <a:pt x="404587" y="0"/>
                  </a:cubicBezTo>
                  <a:close/>
                </a:path>
              </a:pathLst>
            </a:custGeom>
            <a:solidFill>
              <a:srgbClr val="0C48B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61;p1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7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2" name="Google Shape;62;p11"/>
          <p:cNvSpPr txBox="1">
            <a:spLocks noGrp="1"/>
          </p:cNvSpPr>
          <p:nvPr>
            <p:ph type="body" idx="1"/>
          </p:nvPr>
        </p:nvSpPr>
        <p:spPr>
          <a:xfrm>
            <a:off x="2807704" y="6304408"/>
            <a:ext cx="2487600" cy="6270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 fontScale="77500" lnSpcReduction="20000"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Presentation  By</a:t>
            </a:r>
            <a:endParaRPr/>
          </a:p>
        </p:txBody>
      </p:sp>
      <p:sp>
        <p:nvSpPr>
          <p:cNvPr id="63" name="Google Shape;63;p11"/>
          <p:cNvSpPr txBox="1">
            <a:spLocks noGrp="1"/>
          </p:cNvSpPr>
          <p:nvPr>
            <p:ph type="title"/>
          </p:nvPr>
        </p:nvSpPr>
        <p:spPr>
          <a:xfrm>
            <a:off x="1210628" y="479883"/>
            <a:ext cx="7347300" cy="338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err="1"/>
              <a:t>DigData</a:t>
            </a:r>
            <a:br>
              <a:rPr lang="en-US"/>
            </a:br>
            <a:r>
              <a:rPr lang="en-US"/>
              <a:t>Project </a:t>
            </a:r>
          </a:p>
        </p:txBody>
      </p:sp>
      <p:sp>
        <p:nvSpPr>
          <p:cNvPr id="2" name="Google Shape;62;p11">
            <a:extLst>
              <a:ext uri="{FF2B5EF4-FFF2-40B4-BE49-F238E27FC236}">
                <a16:creationId xmlns:a16="http://schemas.microsoft.com/office/drawing/2014/main" id="{4EA647F7-DA0E-01BD-F9DC-71C3DF276C7B}"/>
              </a:ext>
            </a:extLst>
          </p:cNvPr>
          <p:cNvSpPr txBox="1">
            <a:spLocks/>
          </p:cNvSpPr>
          <p:nvPr/>
        </p:nvSpPr>
        <p:spPr>
          <a:xfrm>
            <a:off x="4455414" y="7023054"/>
            <a:ext cx="3693524" cy="7838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445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Assistant"/>
              <a:buChar char="●"/>
              <a:defRPr sz="3400" b="0" i="0" u="none" strike="noStrike" cap="none">
                <a:solidFill>
                  <a:srgbClr val="000000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marL="914400" marR="0" lvl="1" indent="-4445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Assistant"/>
              <a:buChar char="○"/>
              <a:defRPr sz="3400" b="0" i="0" u="none" strike="noStrike" cap="none">
                <a:solidFill>
                  <a:srgbClr val="000000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marL="1371600" marR="0" lvl="2" indent="-4445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Assistant"/>
              <a:buChar char="■"/>
              <a:defRPr sz="3400" b="0" i="0" u="none" strike="noStrike" cap="none">
                <a:solidFill>
                  <a:srgbClr val="000000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marL="1828800" marR="0" lvl="3" indent="-4445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Assistant"/>
              <a:buChar char="●"/>
              <a:defRPr sz="3400" b="0" i="0" u="none" strike="noStrike" cap="none">
                <a:solidFill>
                  <a:srgbClr val="000000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marL="2286000" marR="0" lvl="4" indent="-4445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Assistant"/>
              <a:buChar char="○"/>
              <a:defRPr sz="3400" b="0" i="0" u="none" strike="noStrike" cap="none">
                <a:solidFill>
                  <a:srgbClr val="000000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marL="2743200" marR="0" lvl="5" indent="-4445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Assistant"/>
              <a:buChar char="■"/>
              <a:defRPr sz="3400" b="0" i="0" u="none" strike="noStrike" cap="none">
                <a:solidFill>
                  <a:srgbClr val="000000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marL="3200400" marR="0" lvl="6" indent="-4445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Assistant"/>
              <a:buChar char="●"/>
              <a:defRPr sz="3400" b="0" i="0" u="none" strike="noStrike" cap="none">
                <a:solidFill>
                  <a:srgbClr val="000000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marL="3657600" marR="0" lvl="7" indent="-4445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Assistant"/>
              <a:buChar char="○"/>
              <a:defRPr sz="3400" b="0" i="0" u="none" strike="noStrike" cap="none">
                <a:solidFill>
                  <a:srgbClr val="000000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marL="4114800" marR="0" lvl="8" indent="-4445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Assistant"/>
              <a:buChar char="■"/>
              <a:defRPr sz="3400" b="0" i="0" u="none" strike="noStrike" cap="none">
                <a:solidFill>
                  <a:srgbClr val="000000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pPr marL="0" indent="0">
              <a:buFont typeface="Assistant"/>
              <a:buNone/>
            </a:pPr>
            <a:r>
              <a:rPr lang="en-US"/>
              <a:t>James, Eric </a:t>
            </a:r>
            <a:r>
              <a:rPr lang="en-US" err="1"/>
              <a:t>Iniobong</a:t>
            </a:r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2"/>
          <p:cNvSpPr/>
          <p:nvPr/>
        </p:nvSpPr>
        <p:spPr>
          <a:xfrm>
            <a:off x="0" y="0"/>
            <a:ext cx="18288000" cy="10364358"/>
          </a:xfrm>
          <a:custGeom>
            <a:avLst/>
            <a:gdLst/>
            <a:ahLst/>
            <a:cxnLst/>
            <a:rect l="l" t="t" r="r" b="b"/>
            <a:pathLst>
              <a:path w="8971816" h="5084597" extrusionOk="0">
                <a:moveTo>
                  <a:pt x="0" y="0"/>
                </a:moveTo>
                <a:lnTo>
                  <a:pt x="8971816" y="0"/>
                </a:lnTo>
                <a:lnTo>
                  <a:pt x="8971816" y="5084597"/>
                </a:lnTo>
                <a:lnTo>
                  <a:pt x="0" y="5084597"/>
                </a:lnTo>
                <a:close/>
              </a:path>
            </a:pathLst>
          </a:custGeom>
          <a:solidFill>
            <a:srgbClr val="0C48BB"/>
          </a:solidFill>
          <a:ln>
            <a:noFill/>
          </a:ln>
        </p:spPr>
      </p:sp>
      <p:sp>
        <p:nvSpPr>
          <p:cNvPr id="69" name="Google Shape;69;p12"/>
          <p:cNvSpPr/>
          <p:nvPr/>
        </p:nvSpPr>
        <p:spPr>
          <a:xfrm>
            <a:off x="0" y="4356440"/>
            <a:ext cx="18288000" cy="6010275"/>
          </a:xfrm>
          <a:custGeom>
            <a:avLst/>
            <a:gdLst/>
            <a:ahLst/>
            <a:cxnLst/>
            <a:rect l="l" t="t" r="r" b="b"/>
            <a:pathLst>
              <a:path w="8971816" h="2948550" extrusionOk="0">
                <a:moveTo>
                  <a:pt x="0" y="0"/>
                </a:moveTo>
                <a:lnTo>
                  <a:pt x="8971816" y="0"/>
                </a:lnTo>
                <a:lnTo>
                  <a:pt x="8971816" y="2948550"/>
                </a:lnTo>
                <a:lnTo>
                  <a:pt x="0" y="294855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cxnSp>
        <p:nvCxnSpPr>
          <p:cNvPr id="70" name="Google Shape;70;p12"/>
          <p:cNvCxnSpPr/>
          <p:nvPr/>
        </p:nvCxnSpPr>
        <p:spPr>
          <a:xfrm rot="5399999">
            <a:off x="2844100" y="7263808"/>
            <a:ext cx="5210687" cy="0"/>
          </a:xfrm>
          <a:prstGeom prst="straightConnector1">
            <a:avLst/>
          </a:prstGeom>
          <a:noFill/>
          <a:ln w="19050" cap="flat" cmpd="sng">
            <a:solidFill>
              <a:srgbClr val="0C48BB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1" name="Google Shape;71;p12"/>
          <p:cNvCxnSpPr/>
          <p:nvPr/>
        </p:nvCxnSpPr>
        <p:spPr>
          <a:xfrm rot="5399999">
            <a:off x="8407862" y="7273228"/>
            <a:ext cx="5210687" cy="0"/>
          </a:xfrm>
          <a:prstGeom prst="straightConnector1">
            <a:avLst/>
          </a:prstGeom>
          <a:noFill/>
          <a:ln w="19050" cap="flat" cmpd="sng">
            <a:solidFill>
              <a:srgbClr val="0C48BB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72" name="Google Shape;72;p12"/>
          <p:cNvGrpSpPr/>
          <p:nvPr/>
        </p:nvGrpSpPr>
        <p:grpSpPr>
          <a:xfrm>
            <a:off x="5982884" y="4720692"/>
            <a:ext cx="430502" cy="508437"/>
            <a:chOff x="0" y="-57150"/>
            <a:chExt cx="736600" cy="869950"/>
          </a:xfrm>
        </p:grpSpPr>
        <p:sp>
          <p:nvSpPr>
            <p:cNvPr id="73" name="Google Shape;73;p12"/>
            <p:cNvSpPr/>
            <p:nvPr/>
          </p:nvSpPr>
          <p:spPr>
            <a:xfrm>
              <a:off x="0" y="0"/>
              <a:ext cx="736600" cy="812800"/>
            </a:xfrm>
            <a:custGeom>
              <a:avLst/>
              <a:gdLst/>
              <a:ahLst/>
              <a:cxnLst/>
              <a:rect l="l" t="t" r="r" b="b"/>
              <a:pathLst>
                <a:path w="736600" h="812800" extrusionOk="0">
                  <a:moveTo>
                    <a:pt x="736600" y="0"/>
                  </a:moveTo>
                  <a:lnTo>
                    <a:pt x="736600" y="812800"/>
                  </a:lnTo>
                  <a:lnTo>
                    <a:pt x="368300" y="685800"/>
                  </a:lnTo>
                  <a:lnTo>
                    <a:pt x="0" y="812800"/>
                  </a:lnTo>
                  <a:lnTo>
                    <a:pt x="0" y="0"/>
                  </a:lnTo>
                  <a:lnTo>
                    <a:pt x="736600" y="0"/>
                  </a:lnTo>
                  <a:close/>
                </a:path>
              </a:pathLst>
            </a:custGeom>
            <a:solidFill>
              <a:srgbClr val="B4E3EF"/>
            </a:solidFill>
            <a:ln>
              <a:noFill/>
            </a:ln>
          </p:spPr>
        </p:sp>
        <p:sp>
          <p:nvSpPr>
            <p:cNvPr id="74" name="Google Shape;74;p12"/>
            <p:cNvSpPr txBox="1"/>
            <p:nvPr/>
          </p:nvSpPr>
          <p:spPr>
            <a:xfrm>
              <a:off x="0" y="-57150"/>
              <a:ext cx="736600" cy="7429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7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6" name="Google Shape;76;p12"/>
          <p:cNvSpPr txBox="1"/>
          <p:nvPr/>
        </p:nvSpPr>
        <p:spPr>
          <a:xfrm>
            <a:off x="-44789" y="5690551"/>
            <a:ext cx="5664151" cy="13788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96571" marR="0" lvl="1" indent="-248284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Char char="•"/>
            </a:pPr>
            <a:r>
              <a:rPr lang="en-US" sz="3200">
                <a:latin typeface="Assistant"/>
                <a:ea typeface="Assistant"/>
                <a:cs typeface="Assistant"/>
                <a:sym typeface="Assistant"/>
              </a:rPr>
              <a:t>Project in its entirety </a:t>
            </a:r>
            <a:r>
              <a:rPr lang="en-US" sz="3200" b="0" i="0" u="none" strike="noStrike" cap="none">
                <a:solidFill>
                  <a:srgbClr val="000000"/>
                </a:solidFill>
                <a:latin typeface="Assistant"/>
                <a:ea typeface="Assistant"/>
                <a:cs typeface="Assistant"/>
                <a:sym typeface="Assistant"/>
              </a:rPr>
              <a:t> </a:t>
            </a:r>
            <a:endParaRPr sz="3200"/>
          </a:p>
          <a:p>
            <a:pPr marL="496571" marR="0" lvl="1" indent="-248284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Char char="•"/>
            </a:pPr>
            <a:r>
              <a:rPr lang="en-US" sz="3200">
                <a:latin typeface="Assistant"/>
                <a:cs typeface="Assistant"/>
                <a:sym typeface="Assistant"/>
              </a:rPr>
              <a:t>Scope of presentation</a:t>
            </a:r>
            <a:endParaRPr sz="3200"/>
          </a:p>
        </p:txBody>
      </p:sp>
      <p:sp>
        <p:nvSpPr>
          <p:cNvPr id="77" name="Google Shape;77;p12"/>
          <p:cNvSpPr txBox="1"/>
          <p:nvPr/>
        </p:nvSpPr>
        <p:spPr>
          <a:xfrm>
            <a:off x="1069723" y="4367240"/>
            <a:ext cx="4207800" cy="960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>
                <a:solidFill>
                  <a:srgbClr val="0C48BB"/>
                </a:solidFill>
                <a:latin typeface="Assistant"/>
                <a:cs typeface="Assistant"/>
                <a:sym typeface="Assistant"/>
              </a:rPr>
              <a:t>Introduction</a:t>
            </a:r>
            <a:endParaRPr sz="4800"/>
          </a:p>
        </p:txBody>
      </p:sp>
      <p:sp>
        <p:nvSpPr>
          <p:cNvPr id="78" name="Google Shape;78;p12"/>
          <p:cNvSpPr txBox="1"/>
          <p:nvPr/>
        </p:nvSpPr>
        <p:spPr>
          <a:xfrm>
            <a:off x="5784048" y="5776759"/>
            <a:ext cx="5401989" cy="13788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96570" lvl="1" indent="-247650">
              <a:lnSpc>
                <a:spcPct val="140000"/>
              </a:lnSpc>
              <a:buSzPts val="2300"/>
              <a:buFont typeface="Arial"/>
              <a:buChar char="•"/>
            </a:pPr>
            <a:r>
              <a:rPr lang="en-US" sz="3200">
                <a:latin typeface="Assistant"/>
                <a:ea typeface="Assistant"/>
                <a:cs typeface="Assistant"/>
                <a:sym typeface="Assistant"/>
              </a:rPr>
              <a:t>Steps Taken.  </a:t>
            </a:r>
            <a:endParaRPr lang="en-US" sz="3200"/>
          </a:p>
          <a:p>
            <a:pPr marL="496570" marR="0" lvl="1" indent="-24765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Char char="•"/>
            </a:pPr>
            <a:r>
              <a:rPr lang="en-US" sz="3200">
                <a:latin typeface="Assistant"/>
                <a:ea typeface="Assistant"/>
                <a:cs typeface="Assistant"/>
                <a:sym typeface="Assistant"/>
              </a:rPr>
              <a:t>Changes Effected</a:t>
            </a:r>
            <a:r>
              <a:rPr lang="en-US" sz="3200" b="0" i="0" u="none" strike="noStrike" cap="none">
                <a:solidFill>
                  <a:srgbClr val="000000"/>
                </a:solidFill>
                <a:latin typeface="Assistant"/>
                <a:ea typeface="Assistant"/>
                <a:cs typeface="Assistant"/>
                <a:sym typeface="Assistant"/>
              </a:rPr>
              <a:t>.</a:t>
            </a:r>
            <a:endParaRPr lang="en-US" sz="3200">
              <a:latin typeface="Assistant"/>
              <a:cs typeface="Assistant"/>
            </a:endParaRPr>
          </a:p>
        </p:txBody>
      </p:sp>
      <p:sp>
        <p:nvSpPr>
          <p:cNvPr id="79" name="Google Shape;79;p12"/>
          <p:cNvSpPr txBox="1"/>
          <p:nvPr/>
        </p:nvSpPr>
        <p:spPr>
          <a:xfrm>
            <a:off x="6594361" y="4413438"/>
            <a:ext cx="4591676" cy="960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>
                <a:solidFill>
                  <a:srgbClr val="0C48BB"/>
                </a:solidFill>
                <a:latin typeface="Assistant"/>
                <a:ea typeface="Assistant"/>
                <a:cs typeface="Assistant"/>
                <a:sym typeface="Assistant"/>
              </a:rPr>
              <a:t>Methodology</a:t>
            </a:r>
            <a:endParaRPr sz="4800"/>
          </a:p>
        </p:txBody>
      </p:sp>
      <p:sp>
        <p:nvSpPr>
          <p:cNvPr id="80" name="Google Shape;80;p12"/>
          <p:cNvSpPr txBox="1"/>
          <p:nvPr/>
        </p:nvSpPr>
        <p:spPr>
          <a:xfrm>
            <a:off x="11230826" y="5685820"/>
            <a:ext cx="6141294" cy="13788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96570" lvl="1" indent="-247650">
              <a:lnSpc>
                <a:spcPct val="140000"/>
              </a:lnSpc>
              <a:buSzPts val="2300"/>
              <a:buFont typeface="Arial"/>
              <a:buChar char="•"/>
            </a:pPr>
            <a:r>
              <a:rPr lang="en-US" sz="3200">
                <a:latin typeface="Assistant"/>
                <a:ea typeface="Assistant"/>
                <a:cs typeface="Assistant"/>
                <a:sym typeface="Assistant"/>
              </a:rPr>
              <a:t>Recap of Presentation</a:t>
            </a:r>
            <a:r>
              <a:rPr lang="en-US" sz="3200" b="0" i="0" u="none" strike="noStrike" cap="none">
                <a:solidFill>
                  <a:srgbClr val="000000"/>
                </a:solidFill>
                <a:latin typeface="Assistant"/>
                <a:ea typeface="Assistant"/>
                <a:cs typeface="Assistant"/>
                <a:sym typeface="Assistant"/>
              </a:rPr>
              <a:t>.</a:t>
            </a:r>
            <a:r>
              <a:rPr lang="en-US" sz="3200">
                <a:latin typeface="Assistant"/>
                <a:ea typeface="Assistant"/>
                <a:cs typeface="Assistant"/>
                <a:sym typeface="Assistant"/>
              </a:rPr>
              <a:t> </a:t>
            </a:r>
            <a:endParaRPr lang="en-US" sz="3200"/>
          </a:p>
          <a:p>
            <a:pPr marL="496570" marR="0" lvl="1" indent="-24765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Char char="•"/>
            </a:pPr>
            <a:r>
              <a:rPr lang="en-US" sz="3200">
                <a:latin typeface="Assistant"/>
                <a:cs typeface="Assistant"/>
                <a:sym typeface="Assistant"/>
              </a:rPr>
              <a:t>Conclusion</a:t>
            </a:r>
            <a:endParaRPr sz="3200"/>
          </a:p>
        </p:txBody>
      </p:sp>
      <p:sp>
        <p:nvSpPr>
          <p:cNvPr id="81" name="Google Shape;81;p12"/>
          <p:cNvSpPr txBox="1"/>
          <p:nvPr/>
        </p:nvSpPr>
        <p:spPr>
          <a:xfrm>
            <a:off x="11767660" y="4391380"/>
            <a:ext cx="6537682" cy="960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>
                <a:solidFill>
                  <a:srgbClr val="0C48BB"/>
                </a:solidFill>
                <a:latin typeface="Assistant"/>
                <a:ea typeface="Assistant"/>
                <a:cs typeface="Assistant"/>
                <a:sym typeface="Assistant"/>
              </a:rPr>
              <a:t>Summary &amp; </a:t>
            </a:r>
            <a:r>
              <a:rPr lang="en-US" sz="4600" b="1" i="0" u="none" strike="noStrike" cap="none">
                <a:solidFill>
                  <a:srgbClr val="0C48BB"/>
                </a:solidFill>
                <a:latin typeface="Assistant"/>
                <a:ea typeface="Assistant"/>
                <a:cs typeface="Assistant"/>
                <a:sym typeface="Assistant"/>
              </a:rPr>
              <a:t>conclusion</a:t>
            </a:r>
            <a:endParaRPr sz="4600"/>
          </a:p>
        </p:txBody>
      </p:sp>
      <p:grpSp>
        <p:nvGrpSpPr>
          <p:cNvPr id="82" name="Google Shape;82;p12"/>
          <p:cNvGrpSpPr/>
          <p:nvPr/>
        </p:nvGrpSpPr>
        <p:grpSpPr>
          <a:xfrm>
            <a:off x="11224094" y="4673121"/>
            <a:ext cx="430502" cy="508437"/>
            <a:chOff x="0" y="-57150"/>
            <a:chExt cx="736600" cy="869950"/>
          </a:xfrm>
        </p:grpSpPr>
        <p:sp>
          <p:nvSpPr>
            <p:cNvPr id="83" name="Google Shape;83;p12"/>
            <p:cNvSpPr/>
            <p:nvPr/>
          </p:nvSpPr>
          <p:spPr>
            <a:xfrm>
              <a:off x="0" y="0"/>
              <a:ext cx="736600" cy="812800"/>
            </a:xfrm>
            <a:custGeom>
              <a:avLst/>
              <a:gdLst/>
              <a:ahLst/>
              <a:cxnLst/>
              <a:rect l="l" t="t" r="r" b="b"/>
              <a:pathLst>
                <a:path w="736600" h="812800" extrusionOk="0">
                  <a:moveTo>
                    <a:pt x="736600" y="0"/>
                  </a:moveTo>
                  <a:lnTo>
                    <a:pt x="736600" y="812800"/>
                  </a:lnTo>
                  <a:lnTo>
                    <a:pt x="368300" y="685800"/>
                  </a:lnTo>
                  <a:lnTo>
                    <a:pt x="0" y="812800"/>
                  </a:lnTo>
                  <a:lnTo>
                    <a:pt x="0" y="0"/>
                  </a:lnTo>
                  <a:lnTo>
                    <a:pt x="736600" y="0"/>
                  </a:lnTo>
                  <a:close/>
                </a:path>
              </a:pathLst>
            </a:custGeom>
            <a:solidFill>
              <a:srgbClr val="B4E3EF"/>
            </a:solidFill>
            <a:ln>
              <a:noFill/>
            </a:ln>
          </p:spPr>
        </p:sp>
        <p:sp>
          <p:nvSpPr>
            <p:cNvPr id="84" name="Google Shape;84;p12"/>
            <p:cNvSpPr txBox="1"/>
            <p:nvPr/>
          </p:nvSpPr>
          <p:spPr>
            <a:xfrm>
              <a:off x="0" y="-57150"/>
              <a:ext cx="736600" cy="7429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7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5" name="Google Shape;85;p12"/>
          <p:cNvGrpSpPr/>
          <p:nvPr/>
        </p:nvGrpSpPr>
        <p:grpSpPr>
          <a:xfrm>
            <a:off x="507679" y="4634484"/>
            <a:ext cx="430502" cy="508437"/>
            <a:chOff x="0" y="-57150"/>
            <a:chExt cx="736600" cy="869950"/>
          </a:xfrm>
        </p:grpSpPr>
        <p:sp>
          <p:nvSpPr>
            <p:cNvPr id="86" name="Google Shape;86;p12"/>
            <p:cNvSpPr/>
            <p:nvPr/>
          </p:nvSpPr>
          <p:spPr>
            <a:xfrm>
              <a:off x="0" y="0"/>
              <a:ext cx="736600" cy="812800"/>
            </a:xfrm>
            <a:custGeom>
              <a:avLst/>
              <a:gdLst/>
              <a:ahLst/>
              <a:cxnLst/>
              <a:rect l="l" t="t" r="r" b="b"/>
              <a:pathLst>
                <a:path w="736600" h="812800" extrusionOk="0">
                  <a:moveTo>
                    <a:pt x="736600" y="0"/>
                  </a:moveTo>
                  <a:lnTo>
                    <a:pt x="736600" y="812800"/>
                  </a:lnTo>
                  <a:lnTo>
                    <a:pt x="368300" y="685800"/>
                  </a:lnTo>
                  <a:lnTo>
                    <a:pt x="0" y="812800"/>
                  </a:lnTo>
                  <a:lnTo>
                    <a:pt x="0" y="0"/>
                  </a:lnTo>
                  <a:lnTo>
                    <a:pt x="736600" y="0"/>
                  </a:lnTo>
                  <a:close/>
                </a:path>
              </a:pathLst>
            </a:custGeom>
            <a:solidFill>
              <a:srgbClr val="B4E3EF"/>
            </a:solidFill>
            <a:ln>
              <a:noFill/>
            </a:ln>
          </p:spPr>
        </p:sp>
        <p:sp>
          <p:nvSpPr>
            <p:cNvPr id="87" name="Google Shape;87;p12"/>
            <p:cNvSpPr txBox="1"/>
            <p:nvPr/>
          </p:nvSpPr>
          <p:spPr>
            <a:xfrm>
              <a:off x="0" y="-57150"/>
              <a:ext cx="736600" cy="7429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7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" name="Google Shape;75;p12">
            <a:extLst>
              <a:ext uri="{FF2B5EF4-FFF2-40B4-BE49-F238E27FC236}">
                <a16:creationId xmlns:a16="http://schemas.microsoft.com/office/drawing/2014/main" id="{B4681ACF-420D-BB9F-079F-091D7F1C9374}"/>
              </a:ext>
            </a:extLst>
          </p:cNvPr>
          <p:cNvSpPr txBox="1"/>
          <p:nvPr/>
        </p:nvSpPr>
        <p:spPr>
          <a:xfrm>
            <a:off x="159926" y="269205"/>
            <a:ext cx="11070900" cy="11541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0" i="0" u="none" strike="noStrike" cap="none">
                <a:solidFill>
                  <a:srgbClr val="F6F6F6"/>
                </a:solidFill>
                <a:latin typeface="Tenor Sans"/>
                <a:ea typeface="Tenor Sans"/>
                <a:cs typeface="Tenor Sans"/>
                <a:sym typeface="Tenor Sans"/>
              </a:rPr>
              <a:t>Flow of Presentation</a:t>
            </a:r>
            <a:endParaRPr lang="en-US"/>
          </a:p>
        </p:txBody>
      </p:sp>
      <p:sp>
        <p:nvSpPr>
          <p:cNvPr id="8" name="Google Shape;75;p12">
            <a:extLst>
              <a:ext uri="{FF2B5EF4-FFF2-40B4-BE49-F238E27FC236}">
                <a16:creationId xmlns:a16="http://schemas.microsoft.com/office/drawing/2014/main" id="{F128F829-ABE3-FA20-30AD-209D6074DE37}"/>
              </a:ext>
            </a:extLst>
          </p:cNvPr>
          <p:cNvSpPr txBox="1"/>
          <p:nvPr/>
        </p:nvSpPr>
        <p:spPr>
          <a:xfrm>
            <a:off x="9501051" y="1692572"/>
            <a:ext cx="11070900" cy="11541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>
                <a:solidFill>
                  <a:srgbClr val="F6F6F6"/>
                </a:solidFill>
                <a:latin typeface="Tenor Sans"/>
                <a:ea typeface="Tenor Sans"/>
                <a:cs typeface="Tenor Sans"/>
                <a:sym typeface="Tenor Sans"/>
              </a:rPr>
              <a:t>Clinical</a:t>
            </a:r>
            <a:r>
              <a:rPr lang="en-US" sz="7500" b="0" i="0" u="none" strike="noStrike" cap="none">
                <a:solidFill>
                  <a:srgbClr val="F6F6F6"/>
                </a:solidFill>
                <a:latin typeface="Tenor Sans"/>
                <a:ea typeface="Tenor Sans"/>
                <a:cs typeface="Tenor Sans"/>
                <a:sym typeface="Tenor Sans"/>
              </a:rPr>
              <a:t> Dataset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3"/>
          <p:cNvPicPr preferRelativeResize="0"/>
          <p:nvPr/>
        </p:nvPicPr>
        <p:blipFill rotWithShape="1">
          <a:blip r:embed="rId3">
            <a:alphaModFix/>
          </a:blip>
          <a:srcRect l="8599" r="42798" b="4400"/>
          <a:stretch/>
        </p:blipFill>
        <p:spPr>
          <a:xfrm>
            <a:off x="10955758" y="0"/>
            <a:ext cx="7332242" cy="9288882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3"/>
          <p:cNvSpPr txBox="1"/>
          <p:nvPr/>
        </p:nvSpPr>
        <p:spPr>
          <a:xfrm>
            <a:off x="1044080" y="279476"/>
            <a:ext cx="9782400" cy="13849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0" i="0" u="none" strike="noStrike" cap="none">
                <a:solidFill>
                  <a:srgbClr val="0C48BB"/>
                </a:solidFill>
                <a:latin typeface="Tenor Sans"/>
                <a:ea typeface="Tenor Sans"/>
                <a:cs typeface="Tenor Sans"/>
                <a:sym typeface="Tenor Sans"/>
              </a:rPr>
              <a:t>Introduction</a:t>
            </a:r>
            <a:endParaRPr/>
          </a:p>
        </p:txBody>
      </p:sp>
      <p:sp>
        <p:nvSpPr>
          <p:cNvPr id="94" name="Google Shape;94;p13"/>
          <p:cNvSpPr txBox="1"/>
          <p:nvPr/>
        </p:nvSpPr>
        <p:spPr>
          <a:xfrm>
            <a:off x="1319853" y="2121939"/>
            <a:ext cx="8953318" cy="1292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3500">
                <a:latin typeface="Assistant"/>
                <a:cs typeface="Assistant"/>
                <a:sym typeface="Assistant"/>
              </a:rPr>
              <a:t>The scope of the project is to compare </a:t>
            </a:r>
            <a:r>
              <a:rPr lang="en-US" sz="3500" err="1">
                <a:latin typeface="Assistant"/>
                <a:cs typeface="Assistant"/>
                <a:sym typeface="Assistant"/>
              </a:rPr>
              <a:t>miraculon</a:t>
            </a:r>
            <a:r>
              <a:rPr lang="en-US" sz="3500">
                <a:latin typeface="Assistant"/>
                <a:cs typeface="Assistant"/>
                <a:sym typeface="Assistant"/>
              </a:rPr>
              <a:t>-B with the current available care</a:t>
            </a:r>
            <a:endParaRPr lang="en-US" sz="3500">
              <a:latin typeface="Assistant"/>
              <a:cs typeface="Assistant"/>
            </a:endParaRPr>
          </a:p>
        </p:txBody>
      </p:sp>
      <p:sp>
        <p:nvSpPr>
          <p:cNvPr id="95" name="Google Shape;95;p13"/>
          <p:cNvSpPr/>
          <p:nvPr/>
        </p:nvSpPr>
        <p:spPr>
          <a:xfrm>
            <a:off x="0" y="9258300"/>
            <a:ext cx="18288000" cy="1028700"/>
          </a:xfrm>
          <a:custGeom>
            <a:avLst/>
            <a:gdLst/>
            <a:ahLst/>
            <a:cxnLst/>
            <a:rect l="l" t="t" r="r" b="b"/>
            <a:pathLst>
              <a:path w="8971816" h="504665" extrusionOk="0">
                <a:moveTo>
                  <a:pt x="0" y="0"/>
                </a:moveTo>
                <a:lnTo>
                  <a:pt x="8971816" y="0"/>
                </a:lnTo>
                <a:lnTo>
                  <a:pt x="8971816" y="504665"/>
                </a:lnTo>
                <a:lnTo>
                  <a:pt x="0" y="504665"/>
                </a:lnTo>
                <a:close/>
              </a:path>
            </a:pathLst>
          </a:custGeom>
          <a:solidFill>
            <a:srgbClr val="0C48BB"/>
          </a:solidFill>
          <a:ln>
            <a:noFill/>
          </a:ln>
        </p:spPr>
      </p:sp>
      <p:sp>
        <p:nvSpPr>
          <p:cNvPr id="96" name="Google Shape;96;p13"/>
          <p:cNvSpPr txBox="1"/>
          <p:nvPr/>
        </p:nvSpPr>
        <p:spPr>
          <a:xfrm>
            <a:off x="1139788" y="4063996"/>
            <a:ext cx="8953318" cy="1292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3500">
                <a:latin typeface="Assistant"/>
                <a:cs typeface="Assistant"/>
                <a:sym typeface="Assistant"/>
              </a:rPr>
              <a:t>The scope of this presentation is the presentation of results obtained</a:t>
            </a:r>
            <a:endParaRPr lang="en-US" sz="3500">
              <a:latin typeface="Assistant"/>
              <a:cs typeface="Assistant"/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1171525" y="5910485"/>
            <a:ext cx="8921581" cy="1292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3500" b="0" i="0" u="none" strike="noStrike" cap="none">
                <a:solidFill>
                  <a:srgbClr val="000000"/>
                </a:solidFill>
                <a:latin typeface="Assistant"/>
                <a:ea typeface="Assistant"/>
                <a:cs typeface="Assistant"/>
                <a:sym typeface="Assistant"/>
              </a:rPr>
              <a:t>Using the insights from the data </a:t>
            </a:r>
            <a:r>
              <a:rPr lang="en-US" sz="3500">
                <a:latin typeface="Assistant"/>
                <a:ea typeface="Assistant"/>
                <a:cs typeface="Assistant"/>
                <a:sym typeface="Assistant"/>
              </a:rPr>
              <a:t>deduce if the response to the new drug</a:t>
            </a:r>
            <a:endParaRPr lang="en-US" sz="3500">
              <a:latin typeface="Assistant"/>
              <a:cs typeface="Assistant"/>
            </a:endParaRPr>
          </a:p>
        </p:txBody>
      </p:sp>
      <p:sp>
        <p:nvSpPr>
          <p:cNvPr id="98" name="Google Shape;98;p13"/>
          <p:cNvSpPr/>
          <p:nvPr/>
        </p:nvSpPr>
        <p:spPr>
          <a:xfrm>
            <a:off x="12397478" y="9090528"/>
            <a:ext cx="6019800" cy="335544"/>
          </a:xfrm>
          <a:custGeom>
            <a:avLst/>
            <a:gdLst/>
            <a:ahLst/>
            <a:cxnLst/>
            <a:rect l="l" t="t" r="r" b="b"/>
            <a:pathLst>
              <a:path w="1585462" h="88374" extrusionOk="0">
                <a:moveTo>
                  <a:pt x="0" y="0"/>
                </a:moveTo>
                <a:lnTo>
                  <a:pt x="1585462" y="0"/>
                </a:lnTo>
                <a:lnTo>
                  <a:pt x="1585462" y="88374"/>
                </a:lnTo>
                <a:lnTo>
                  <a:pt x="0" y="88374"/>
                </a:lnTo>
                <a:close/>
              </a:path>
            </a:pathLst>
          </a:custGeom>
          <a:solidFill>
            <a:srgbClr val="B4E3EF"/>
          </a:solidFill>
          <a:ln>
            <a:noFill/>
          </a:ln>
        </p:spPr>
      </p:sp>
      <p:sp>
        <p:nvSpPr>
          <p:cNvPr id="99" name="Google Shape;99;p13"/>
          <p:cNvSpPr/>
          <p:nvPr/>
        </p:nvSpPr>
        <p:spPr>
          <a:xfrm>
            <a:off x="682588" y="2429844"/>
            <a:ext cx="333375" cy="335544"/>
          </a:xfrm>
          <a:custGeom>
            <a:avLst/>
            <a:gdLst/>
            <a:ahLst/>
            <a:cxnLst/>
            <a:rect l="l" t="t" r="r" b="b"/>
            <a:pathLst>
              <a:path w="87802" h="88374" extrusionOk="0">
                <a:moveTo>
                  <a:pt x="0" y="0"/>
                </a:moveTo>
                <a:lnTo>
                  <a:pt x="87802" y="0"/>
                </a:lnTo>
                <a:lnTo>
                  <a:pt x="87802" y="88374"/>
                </a:lnTo>
                <a:lnTo>
                  <a:pt x="0" y="88374"/>
                </a:lnTo>
                <a:close/>
              </a:path>
            </a:pathLst>
          </a:custGeom>
          <a:solidFill>
            <a:srgbClr val="B4E3EF"/>
          </a:solidFill>
          <a:ln>
            <a:noFill/>
          </a:ln>
        </p:spPr>
      </p:sp>
      <p:sp>
        <p:nvSpPr>
          <p:cNvPr id="100" name="Google Shape;100;p13"/>
          <p:cNvSpPr/>
          <p:nvPr/>
        </p:nvSpPr>
        <p:spPr>
          <a:xfrm>
            <a:off x="682588" y="4134349"/>
            <a:ext cx="333428" cy="335600"/>
          </a:xfrm>
          <a:custGeom>
            <a:avLst/>
            <a:gdLst/>
            <a:ahLst/>
            <a:cxnLst/>
            <a:rect l="l" t="t" r="r" b="b"/>
            <a:pathLst>
              <a:path w="87802" h="88374" extrusionOk="0">
                <a:moveTo>
                  <a:pt x="0" y="0"/>
                </a:moveTo>
                <a:lnTo>
                  <a:pt x="87802" y="0"/>
                </a:lnTo>
                <a:lnTo>
                  <a:pt x="87802" y="88374"/>
                </a:lnTo>
                <a:lnTo>
                  <a:pt x="0" y="88374"/>
                </a:lnTo>
                <a:close/>
              </a:path>
            </a:pathLst>
          </a:custGeom>
          <a:solidFill>
            <a:srgbClr val="B4E3EF"/>
          </a:solidFill>
          <a:ln>
            <a:noFill/>
          </a:ln>
        </p:spPr>
      </p:sp>
      <p:sp>
        <p:nvSpPr>
          <p:cNvPr id="101" name="Google Shape;101;p13"/>
          <p:cNvSpPr/>
          <p:nvPr/>
        </p:nvSpPr>
        <p:spPr>
          <a:xfrm>
            <a:off x="709646" y="6184535"/>
            <a:ext cx="333375" cy="335544"/>
          </a:xfrm>
          <a:custGeom>
            <a:avLst/>
            <a:gdLst/>
            <a:ahLst/>
            <a:cxnLst/>
            <a:rect l="l" t="t" r="r" b="b"/>
            <a:pathLst>
              <a:path w="87802" h="88374" extrusionOk="0">
                <a:moveTo>
                  <a:pt x="0" y="0"/>
                </a:moveTo>
                <a:lnTo>
                  <a:pt x="87802" y="0"/>
                </a:lnTo>
                <a:lnTo>
                  <a:pt x="87802" y="88374"/>
                </a:lnTo>
                <a:lnTo>
                  <a:pt x="0" y="88374"/>
                </a:lnTo>
                <a:close/>
              </a:path>
            </a:pathLst>
          </a:custGeom>
          <a:solidFill>
            <a:srgbClr val="B4E3EF"/>
          </a:solidFill>
          <a:ln>
            <a:noFill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4"/>
          <p:cNvSpPr/>
          <p:nvPr/>
        </p:nvSpPr>
        <p:spPr>
          <a:xfrm>
            <a:off x="0" y="0"/>
            <a:ext cx="18288000" cy="1384995"/>
          </a:xfrm>
          <a:custGeom>
            <a:avLst/>
            <a:gdLst/>
            <a:ahLst/>
            <a:cxnLst/>
            <a:rect l="l" t="t" r="r" b="b"/>
            <a:pathLst>
              <a:path w="8971816" h="1534372" extrusionOk="0">
                <a:moveTo>
                  <a:pt x="0" y="0"/>
                </a:moveTo>
                <a:lnTo>
                  <a:pt x="8971816" y="0"/>
                </a:lnTo>
                <a:lnTo>
                  <a:pt x="8971816" y="1534372"/>
                </a:lnTo>
                <a:lnTo>
                  <a:pt x="0" y="1534372"/>
                </a:lnTo>
                <a:close/>
              </a:path>
            </a:pathLst>
          </a:custGeom>
          <a:solidFill>
            <a:srgbClr val="0C48BB"/>
          </a:solidFill>
          <a:ln>
            <a:noFill/>
          </a:ln>
        </p:spPr>
      </p:sp>
      <p:sp>
        <p:nvSpPr>
          <p:cNvPr id="108" name="Google Shape;108;p14"/>
          <p:cNvSpPr txBox="1"/>
          <p:nvPr/>
        </p:nvSpPr>
        <p:spPr>
          <a:xfrm>
            <a:off x="298434" y="0"/>
            <a:ext cx="9938051" cy="13849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0" i="0" u="none" strike="noStrike" cap="none">
                <a:solidFill>
                  <a:srgbClr val="FFFFFF"/>
                </a:solidFill>
                <a:latin typeface="Tenor Sans"/>
                <a:ea typeface="Tenor Sans"/>
                <a:cs typeface="Tenor Sans"/>
                <a:sym typeface="Tenor Sans"/>
              </a:rPr>
              <a:t>Methodology</a:t>
            </a:r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0AF3CB5-19CC-B33E-332F-87C1B07F6603}"/>
              </a:ext>
            </a:extLst>
          </p:cNvPr>
          <p:cNvSpPr txBox="1"/>
          <p:nvPr/>
        </p:nvSpPr>
        <p:spPr>
          <a:xfrm>
            <a:off x="298434" y="1926077"/>
            <a:ext cx="17247012" cy="310854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800" dirty="0">
                <a:latin typeface="Assistant"/>
                <a:cs typeface="Assistant"/>
              </a:rPr>
              <a:t>Data Reading: </a:t>
            </a:r>
            <a:endParaRPr lang="en-US" sz="2800" dirty="0">
              <a:latin typeface="Assistant" pitchFamily="2" charset="-79"/>
              <a:cs typeface="Assistant" pitchFamily="2" charset="-79"/>
            </a:endParaRPr>
          </a:p>
          <a:p>
            <a:r>
              <a:rPr lang="en-US" sz="2800" dirty="0">
                <a:latin typeface="Assistant"/>
                <a:cs typeface="Assistant"/>
              </a:rPr>
              <a:t>Firstly I imported the needed libraries which are pandas and </a:t>
            </a:r>
            <a:r>
              <a:rPr lang="en-US" sz="2800" dirty="0" err="1">
                <a:latin typeface="Assistant"/>
                <a:cs typeface="Assistant"/>
              </a:rPr>
              <a:t>numpy</a:t>
            </a:r>
            <a:r>
              <a:rPr lang="en-US" sz="2800" dirty="0">
                <a:latin typeface="Assistant"/>
                <a:cs typeface="Assistant"/>
              </a:rPr>
              <a:t> then stored the dataset in a variable using the code </a:t>
            </a:r>
            <a:endParaRPr lang="en-US" sz="2800" dirty="0">
              <a:latin typeface="Assistant" pitchFamily="2" charset="-79"/>
              <a:cs typeface="Assistant" pitchFamily="2" charset="-79"/>
            </a:endParaRPr>
          </a:p>
          <a:p>
            <a:r>
              <a:rPr lang="en-US" sz="2800" dirty="0">
                <a:latin typeface="Assistant"/>
                <a:cs typeface="Assistant"/>
              </a:rPr>
              <a:t>Data cleaning:</a:t>
            </a:r>
            <a:endParaRPr lang="en-US" sz="2800" dirty="0">
              <a:latin typeface="Assistant" pitchFamily="2" charset="-79"/>
              <a:cs typeface="Assistant" pitchFamily="2" charset="-79"/>
            </a:endParaRPr>
          </a:p>
          <a:p>
            <a:r>
              <a:rPr lang="en-US" sz="2800" dirty="0">
                <a:latin typeface="Assistant"/>
                <a:cs typeface="Assistant"/>
              </a:rPr>
              <a:t>After </a:t>
            </a:r>
            <a:r>
              <a:rPr lang="en-US" sz="2800" err="1">
                <a:latin typeface="Assistant"/>
                <a:cs typeface="Assistant"/>
              </a:rPr>
              <a:t>readung</a:t>
            </a:r>
            <a:r>
              <a:rPr lang="en-US" sz="2800" dirty="0">
                <a:latin typeface="Assistant"/>
                <a:cs typeface="Assistant"/>
              </a:rPr>
              <a:t> the data the next step was </a:t>
            </a:r>
            <a:r>
              <a:rPr lang="en-US" sz="2800" err="1">
                <a:latin typeface="Assistant"/>
                <a:cs typeface="Assistant"/>
              </a:rPr>
              <a:t>examinig</a:t>
            </a:r>
            <a:r>
              <a:rPr lang="en-US" sz="2800">
                <a:latin typeface="Assistant"/>
                <a:cs typeface="Assistant"/>
              </a:rPr>
              <a:t> and cleaning the data. I first ran the .info() operator on the dataset</a:t>
            </a:r>
            <a:endParaRPr lang="en-US" sz="2800" dirty="0">
              <a:latin typeface="Assistant" pitchFamily="2" charset="-79"/>
              <a:cs typeface="Assistant" pitchFamily="2" charset="-79"/>
            </a:endParaRPr>
          </a:p>
          <a:p>
            <a:endParaRPr lang="en-US" sz="2800" b="1" dirty="0">
              <a:latin typeface="Assistant" pitchFamily="2" charset="-79"/>
              <a:cs typeface="Assistant" pitchFamily="2" charset="-79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6"/>
          <p:cNvSpPr/>
          <p:nvPr/>
        </p:nvSpPr>
        <p:spPr>
          <a:xfrm>
            <a:off x="0" y="0"/>
            <a:ext cx="18288000" cy="10325100"/>
          </a:xfrm>
          <a:custGeom>
            <a:avLst/>
            <a:gdLst/>
            <a:ahLst/>
            <a:cxnLst/>
            <a:rect l="l" t="t" r="r" b="b"/>
            <a:pathLst>
              <a:path w="8971816" h="1534372" extrusionOk="0">
                <a:moveTo>
                  <a:pt x="0" y="0"/>
                </a:moveTo>
                <a:lnTo>
                  <a:pt x="8971816" y="0"/>
                </a:lnTo>
                <a:lnTo>
                  <a:pt x="8971816" y="1534372"/>
                </a:lnTo>
                <a:lnTo>
                  <a:pt x="0" y="1534372"/>
                </a:lnTo>
                <a:close/>
              </a:path>
            </a:pathLst>
          </a:custGeom>
          <a:solidFill>
            <a:srgbClr val="0C48BB"/>
          </a:solidFill>
          <a:ln>
            <a:noFill/>
          </a:ln>
        </p:spPr>
      </p:sp>
      <p:cxnSp>
        <p:nvCxnSpPr>
          <p:cNvPr id="175" name="Google Shape;175;p16"/>
          <p:cNvCxnSpPr/>
          <p:nvPr/>
        </p:nvCxnSpPr>
        <p:spPr>
          <a:xfrm rot="-5400000">
            <a:off x="3123243" y="6406520"/>
            <a:ext cx="6195557" cy="0"/>
          </a:xfrm>
          <a:prstGeom prst="straightConnector1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76" name="Google Shape;176;p16"/>
          <p:cNvCxnSpPr/>
          <p:nvPr/>
        </p:nvCxnSpPr>
        <p:spPr>
          <a:xfrm rot="-5400000">
            <a:off x="8946481" y="6406520"/>
            <a:ext cx="6195557" cy="0"/>
          </a:xfrm>
          <a:prstGeom prst="straightConnector1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177" name="Google Shape;177;p16"/>
          <p:cNvGrpSpPr/>
          <p:nvPr/>
        </p:nvGrpSpPr>
        <p:grpSpPr>
          <a:xfrm>
            <a:off x="7761047" y="3491705"/>
            <a:ext cx="2325311" cy="2335734"/>
            <a:chOff x="6947" y="0"/>
            <a:chExt cx="3100414" cy="3114311"/>
          </a:xfrm>
        </p:grpSpPr>
        <p:grpSp>
          <p:nvGrpSpPr>
            <p:cNvPr id="178" name="Google Shape;178;p16"/>
            <p:cNvGrpSpPr/>
            <p:nvPr/>
          </p:nvGrpSpPr>
          <p:grpSpPr>
            <a:xfrm>
              <a:off x="6947" y="0"/>
              <a:ext cx="3100414" cy="3114311"/>
              <a:chOff x="1813" y="0"/>
              <a:chExt cx="809173" cy="812800"/>
            </a:xfrm>
          </p:grpSpPr>
          <p:sp>
            <p:nvSpPr>
              <p:cNvPr id="179" name="Google Shape;179;p16"/>
              <p:cNvSpPr/>
              <p:nvPr/>
            </p:nvSpPr>
            <p:spPr>
              <a:xfrm>
                <a:off x="1813" y="0"/>
                <a:ext cx="809173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09173" h="812800" extrusionOk="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" name="Google Shape;180;p16"/>
              <p:cNvSpPr txBox="1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75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81" name="Google Shape;181;p16"/>
            <p:cNvSpPr/>
            <p:nvPr/>
          </p:nvSpPr>
          <p:spPr>
            <a:xfrm rot="4226047">
              <a:off x="788924" y="390429"/>
              <a:ext cx="1680854" cy="2050363"/>
            </a:xfrm>
            <a:custGeom>
              <a:avLst/>
              <a:gdLst/>
              <a:ahLst/>
              <a:cxnLst/>
              <a:rect l="l" t="t" r="r" b="b"/>
              <a:pathLst>
                <a:path w="1680854" h="2050364" extrusionOk="0">
                  <a:moveTo>
                    <a:pt x="1680854" y="1630295"/>
                  </a:moveTo>
                  <a:lnTo>
                    <a:pt x="1680854" y="1722385"/>
                  </a:lnTo>
                  <a:cubicBezTo>
                    <a:pt x="1680854" y="1760017"/>
                    <a:pt x="1654795" y="1790591"/>
                    <a:pt x="1622744" y="1790591"/>
                  </a:cubicBezTo>
                  <a:lnTo>
                    <a:pt x="1177764" y="1790591"/>
                  </a:lnTo>
                  <a:cubicBezTo>
                    <a:pt x="1165986" y="1818005"/>
                    <a:pt x="1153510" y="1845459"/>
                    <a:pt x="1140295" y="1872955"/>
                  </a:cubicBezTo>
                  <a:cubicBezTo>
                    <a:pt x="1135986" y="1881902"/>
                    <a:pt x="1129831" y="1889863"/>
                    <a:pt x="1122033" y="1896634"/>
                  </a:cubicBezTo>
                  <a:cubicBezTo>
                    <a:pt x="1107957" y="1908864"/>
                    <a:pt x="1089736" y="1915922"/>
                    <a:pt x="1070325" y="1916990"/>
                  </a:cubicBezTo>
                  <a:lnTo>
                    <a:pt x="1070325" y="2008341"/>
                  </a:lnTo>
                  <a:cubicBezTo>
                    <a:pt x="1070325" y="2031528"/>
                    <a:pt x="1051447" y="2050365"/>
                    <a:pt x="1028301" y="2050365"/>
                  </a:cubicBezTo>
                  <a:lnTo>
                    <a:pt x="652553" y="2050365"/>
                  </a:lnTo>
                  <a:cubicBezTo>
                    <a:pt x="629407" y="2050365"/>
                    <a:pt x="610530" y="2031528"/>
                    <a:pt x="610530" y="2008341"/>
                  </a:cubicBezTo>
                  <a:lnTo>
                    <a:pt x="610530" y="1917031"/>
                  </a:lnTo>
                  <a:cubicBezTo>
                    <a:pt x="579956" y="1915348"/>
                    <a:pt x="552830" y="1898440"/>
                    <a:pt x="540518" y="1872955"/>
                  </a:cubicBezTo>
                  <a:cubicBezTo>
                    <a:pt x="527304" y="1845459"/>
                    <a:pt x="514869" y="1818005"/>
                    <a:pt x="503050" y="1790591"/>
                  </a:cubicBezTo>
                  <a:lnTo>
                    <a:pt x="58111" y="1790591"/>
                  </a:lnTo>
                  <a:cubicBezTo>
                    <a:pt x="26059" y="1790591"/>
                    <a:pt x="0" y="1760017"/>
                    <a:pt x="0" y="1722385"/>
                  </a:cubicBezTo>
                  <a:lnTo>
                    <a:pt x="0" y="1630295"/>
                  </a:lnTo>
                  <a:cubicBezTo>
                    <a:pt x="0" y="1607724"/>
                    <a:pt x="6320" y="1585604"/>
                    <a:pt x="17770" y="1567998"/>
                  </a:cubicBezTo>
                  <a:lnTo>
                    <a:pt x="364381" y="1033062"/>
                  </a:lnTo>
                  <a:cubicBezTo>
                    <a:pt x="372588" y="926033"/>
                    <a:pt x="392944" y="816584"/>
                    <a:pt x="425159" y="706436"/>
                  </a:cubicBezTo>
                  <a:cubicBezTo>
                    <a:pt x="459426" y="589354"/>
                    <a:pt x="507154" y="471122"/>
                    <a:pt x="567029" y="355024"/>
                  </a:cubicBezTo>
                  <a:cubicBezTo>
                    <a:pt x="668722" y="157957"/>
                    <a:pt x="770744" y="34513"/>
                    <a:pt x="775012" y="29384"/>
                  </a:cubicBezTo>
                  <a:cubicBezTo>
                    <a:pt x="790401" y="10957"/>
                    <a:pt x="814819" y="0"/>
                    <a:pt x="840427" y="0"/>
                  </a:cubicBezTo>
                  <a:cubicBezTo>
                    <a:pt x="866035" y="0"/>
                    <a:pt x="890494" y="10957"/>
                    <a:pt x="905802" y="29384"/>
                  </a:cubicBezTo>
                  <a:cubicBezTo>
                    <a:pt x="909987" y="34390"/>
                    <a:pt x="1010983" y="155741"/>
                    <a:pt x="1113826" y="355024"/>
                  </a:cubicBezTo>
                  <a:cubicBezTo>
                    <a:pt x="1173701" y="471163"/>
                    <a:pt x="1221429" y="589395"/>
                    <a:pt x="1255696" y="706477"/>
                  </a:cubicBezTo>
                  <a:cubicBezTo>
                    <a:pt x="1287911" y="816584"/>
                    <a:pt x="1308266" y="926033"/>
                    <a:pt x="1316474" y="1033062"/>
                  </a:cubicBezTo>
                  <a:lnTo>
                    <a:pt x="1663126" y="1567998"/>
                  </a:lnTo>
                  <a:cubicBezTo>
                    <a:pt x="1674535" y="1585604"/>
                    <a:pt x="1680854" y="1607724"/>
                    <a:pt x="1680854" y="1630295"/>
                  </a:cubicBezTo>
                  <a:close/>
                </a:path>
              </a:pathLst>
            </a:custGeom>
            <a:solidFill>
              <a:srgbClr val="0C48BB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2" name="Google Shape;182;p16"/>
            <p:cNvSpPr/>
            <p:nvPr/>
          </p:nvSpPr>
          <p:spPr>
            <a:xfrm rot="4226047">
              <a:off x="788924" y="390429"/>
              <a:ext cx="1680854" cy="2050363"/>
            </a:xfrm>
            <a:custGeom>
              <a:avLst/>
              <a:gdLst/>
              <a:ahLst/>
              <a:cxnLst/>
              <a:rect l="l" t="t" r="r" b="b"/>
              <a:pathLst>
                <a:path w="1680854" h="2050364" extrusionOk="0">
                  <a:moveTo>
                    <a:pt x="1663126" y="1567998"/>
                  </a:moveTo>
                  <a:lnTo>
                    <a:pt x="1316474" y="1033062"/>
                  </a:lnTo>
                  <a:cubicBezTo>
                    <a:pt x="1308266" y="926033"/>
                    <a:pt x="1287911" y="816584"/>
                    <a:pt x="1255696" y="706477"/>
                  </a:cubicBezTo>
                  <a:cubicBezTo>
                    <a:pt x="1221429" y="589395"/>
                    <a:pt x="1173701" y="471163"/>
                    <a:pt x="1113826" y="355024"/>
                  </a:cubicBezTo>
                  <a:cubicBezTo>
                    <a:pt x="1010983" y="155741"/>
                    <a:pt x="909987" y="34390"/>
                    <a:pt x="905802" y="29384"/>
                  </a:cubicBezTo>
                  <a:cubicBezTo>
                    <a:pt x="890494" y="10957"/>
                    <a:pt x="866035" y="0"/>
                    <a:pt x="840427" y="0"/>
                  </a:cubicBezTo>
                  <a:cubicBezTo>
                    <a:pt x="814819" y="0"/>
                    <a:pt x="790401" y="10957"/>
                    <a:pt x="775012" y="29384"/>
                  </a:cubicBezTo>
                  <a:cubicBezTo>
                    <a:pt x="770744" y="34513"/>
                    <a:pt x="668722" y="157957"/>
                    <a:pt x="567029" y="355024"/>
                  </a:cubicBezTo>
                  <a:cubicBezTo>
                    <a:pt x="507154" y="471122"/>
                    <a:pt x="459426" y="589354"/>
                    <a:pt x="425159" y="706436"/>
                  </a:cubicBezTo>
                  <a:cubicBezTo>
                    <a:pt x="392944" y="816584"/>
                    <a:pt x="372588" y="926033"/>
                    <a:pt x="364381" y="1033062"/>
                  </a:cubicBezTo>
                  <a:lnTo>
                    <a:pt x="17770" y="1567998"/>
                  </a:lnTo>
                  <a:cubicBezTo>
                    <a:pt x="6320" y="1585604"/>
                    <a:pt x="0" y="1607724"/>
                    <a:pt x="0" y="1630295"/>
                  </a:cubicBezTo>
                  <a:lnTo>
                    <a:pt x="0" y="1722385"/>
                  </a:lnTo>
                  <a:cubicBezTo>
                    <a:pt x="0" y="1760017"/>
                    <a:pt x="26059" y="1790591"/>
                    <a:pt x="58111" y="1790591"/>
                  </a:cubicBezTo>
                  <a:lnTo>
                    <a:pt x="503050" y="1790591"/>
                  </a:lnTo>
                  <a:cubicBezTo>
                    <a:pt x="514869" y="1818005"/>
                    <a:pt x="527304" y="1845459"/>
                    <a:pt x="540518" y="1872955"/>
                  </a:cubicBezTo>
                  <a:cubicBezTo>
                    <a:pt x="552830" y="1898440"/>
                    <a:pt x="579956" y="1915348"/>
                    <a:pt x="610530" y="1917031"/>
                  </a:cubicBezTo>
                  <a:lnTo>
                    <a:pt x="610530" y="2008341"/>
                  </a:lnTo>
                  <a:cubicBezTo>
                    <a:pt x="610530" y="2031528"/>
                    <a:pt x="629407" y="2050365"/>
                    <a:pt x="652553" y="2050365"/>
                  </a:cubicBezTo>
                  <a:lnTo>
                    <a:pt x="1028301" y="2050365"/>
                  </a:lnTo>
                  <a:cubicBezTo>
                    <a:pt x="1051447" y="2050365"/>
                    <a:pt x="1070325" y="2031528"/>
                    <a:pt x="1070325" y="2008341"/>
                  </a:cubicBezTo>
                  <a:lnTo>
                    <a:pt x="1070325" y="1916990"/>
                  </a:lnTo>
                  <a:cubicBezTo>
                    <a:pt x="1089736" y="1915922"/>
                    <a:pt x="1107957" y="1908864"/>
                    <a:pt x="1122033" y="1896634"/>
                  </a:cubicBezTo>
                  <a:cubicBezTo>
                    <a:pt x="1129831" y="1889863"/>
                    <a:pt x="1135986" y="1881902"/>
                    <a:pt x="1140295" y="1872955"/>
                  </a:cubicBezTo>
                  <a:cubicBezTo>
                    <a:pt x="1153510" y="1845459"/>
                    <a:pt x="1165986" y="1818005"/>
                    <a:pt x="1177764" y="1790591"/>
                  </a:cubicBezTo>
                  <a:lnTo>
                    <a:pt x="1622744" y="1790591"/>
                  </a:lnTo>
                  <a:cubicBezTo>
                    <a:pt x="1654795" y="1790591"/>
                    <a:pt x="1680854" y="1760017"/>
                    <a:pt x="1680854" y="1722385"/>
                  </a:cubicBezTo>
                  <a:lnTo>
                    <a:pt x="1680854" y="1630295"/>
                  </a:lnTo>
                  <a:cubicBezTo>
                    <a:pt x="1680854" y="1607724"/>
                    <a:pt x="1674535" y="1585604"/>
                    <a:pt x="1663126" y="1567998"/>
                  </a:cubicBezTo>
                  <a:close/>
                  <a:moveTo>
                    <a:pt x="1320413" y="1114564"/>
                  </a:moveTo>
                  <a:lnTo>
                    <a:pt x="1628695" y="1590323"/>
                  </a:lnTo>
                  <a:cubicBezTo>
                    <a:pt x="1632429" y="1596069"/>
                    <a:pt x="1635261" y="1602717"/>
                    <a:pt x="1637148" y="1609776"/>
                  </a:cubicBezTo>
                  <a:lnTo>
                    <a:pt x="1245190" y="1609776"/>
                  </a:lnTo>
                  <a:cubicBezTo>
                    <a:pt x="1295298" y="1450833"/>
                    <a:pt x="1320660" y="1293820"/>
                    <a:pt x="1320660" y="1140583"/>
                  </a:cubicBezTo>
                  <a:cubicBezTo>
                    <a:pt x="1320660" y="1131923"/>
                    <a:pt x="1320578" y="1123264"/>
                    <a:pt x="1320413" y="1114564"/>
                  </a:cubicBezTo>
                  <a:close/>
                  <a:moveTo>
                    <a:pt x="52201" y="1590323"/>
                  </a:moveTo>
                  <a:lnTo>
                    <a:pt x="360441" y="1114564"/>
                  </a:lnTo>
                  <a:cubicBezTo>
                    <a:pt x="360277" y="1123264"/>
                    <a:pt x="360195" y="1131923"/>
                    <a:pt x="360195" y="1140583"/>
                  </a:cubicBezTo>
                  <a:cubicBezTo>
                    <a:pt x="360195" y="1293820"/>
                    <a:pt x="385516" y="1450833"/>
                    <a:pt x="435665" y="1609776"/>
                  </a:cubicBezTo>
                  <a:lnTo>
                    <a:pt x="43706" y="1609776"/>
                  </a:lnTo>
                  <a:cubicBezTo>
                    <a:pt x="45594" y="1602717"/>
                    <a:pt x="48466" y="1596069"/>
                    <a:pt x="52201" y="1590323"/>
                  </a:cubicBezTo>
                  <a:close/>
                  <a:moveTo>
                    <a:pt x="58111" y="1749553"/>
                  </a:moveTo>
                  <a:cubicBezTo>
                    <a:pt x="50026" y="1749553"/>
                    <a:pt x="41038" y="1738390"/>
                    <a:pt x="41038" y="1722385"/>
                  </a:cubicBezTo>
                  <a:lnTo>
                    <a:pt x="41038" y="1650814"/>
                  </a:lnTo>
                  <a:lnTo>
                    <a:pt x="449166" y="1650814"/>
                  </a:lnTo>
                  <a:cubicBezTo>
                    <a:pt x="460370" y="1683686"/>
                    <a:pt x="472640" y="1716599"/>
                    <a:pt x="485937" y="1749553"/>
                  </a:cubicBezTo>
                  <a:lnTo>
                    <a:pt x="58111" y="1749553"/>
                  </a:lnTo>
                  <a:close/>
                  <a:moveTo>
                    <a:pt x="1029286" y="2008341"/>
                  </a:moveTo>
                  <a:cubicBezTo>
                    <a:pt x="1029286" y="2008875"/>
                    <a:pt x="1028835" y="2009326"/>
                    <a:pt x="1028301" y="2009326"/>
                  </a:cubicBezTo>
                  <a:lnTo>
                    <a:pt x="652553" y="2009326"/>
                  </a:lnTo>
                  <a:cubicBezTo>
                    <a:pt x="652020" y="2009326"/>
                    <a:pt x="651568" y="2008875"/>
                    <a:pt x="651568" y="2008341"/>
                  </a:cubicBezTo>
                  <a:lnTo>
                    <a:pt x="651568" y="1917195"/>
                  </a:lnTo>
                  <a:lnTo>
                    <a:pt x="1029286" y="1917195"/>
                  </a:lnTo>
                  <a:lnTo>
                    <a:pt x="1029286" y="2008341"/>
                  </a:lnTo>
                  <a:close/>
                  <a:moveTo>
                    <a:pt x="1103320" y="1855145"/>
                  </a:moveTo>
                  <a:cubicBezTo>
                    <a:pt x="1101432" y="1859043"/>
                    <a:pt x="1098724" y="1862572"/>
                    <a:pt x="1095153" y="1865609"/>
                  </a:cubicBezTo>
                  <a:cubicBezTo>
                    <a:pt x="1087438" y="1872299"/>
                    <a:pt x="1076563" y="1876156"/>
                    <a:pt x="1065318" y="1876156"/>
                  </a:cubicBezTo>
                  <a:lnTo>
                    <a:pt x="1049806" y="1876156"/>
                  </a:lnTo>
                  <a:lnTo>
                    <a:pt x="631049" y="1876156"/>
                  </a:lnTo>
                  <a:lnTo>
                    <a:pt x="615536" y="1876156"/>
                  </a:lnTo>
                  <a:cubicBezTo>
                    <a:pt x="598834" y="1876156"/>
                    <a:pt x="583567" y="1867702"/>
                    <a:pt x="577494" y="1855145"/>
                  </a:cubicBezTo>
                  <a:cubicBezTo>
                    <a:pt x="562556" y="1824119"/>
                    <a:pt x="548603" y="1793094"/>
                    <a:pt x="535552" y="1762151"/>
                  </a:cubicBezTo>
                  <a:cubicBezTo>
                    <a:pt x="535511" y="1762110"/>
                    <a:pt x="535511" y="1762069"/>
                    <a:pt x="535470" y="1762028"/>
                  </a:cubicBezTo>
                  <a:cubicBezTo>
                    <a:pt x="446376" y="1550762"/>
                    <a:pt x="401233" y="1342123"/>
                    <a:pt x="401233" y="1140583"/>
                  </a:cubicBezTo>
                  <a:cubicBezTo>
                    <a:pt x="401233" y="1003719"/>
                    <a:pt x="422532" y="861562"/>
                    <a:pt x="464556" y="717968"/>
                  </a:cubicBezTo>
                  <a:cubicBezTo>
                    <a:pt x="498084" y="603389"/>
                    <a:pt x="544827" y="487619"/>
                    <a:pt x="603512" y="373820"/>
                  </a:cubicBezTo>
                  <a:cubicBezTo>
                    <a:pt x="703153" y="180692"/>
                    <a:pt x="802385" y="60655"/>
                    <a:pt x="806529" y="55648"/>
                  </a:cubicBezTo>
                  <a:cubicBezTo>
                    <a:pt x="814204" y="46497"/>
                    <a:pt x="826843" y="41038"/>
                    <a:pt x="840427" y="41038"/>
                  </a:cubicBezTo>
                  <a:cubicBezTo>
                    <a:pt x="854011" y="41038"/>
                    <a:pt x="866651" y="46497"/>
                    <a:pt x="874284" y="55689"/>
                  </a:cubicBezTo>
                  <a:cubicBezTo>
                    <a:pt x="875310" y="56879"/>
                    <a:pt x="976593" y="178558"/>
                    <a:pt x="1077342" y="373820"/>
                  </a:cubicBezTo>
                  <a:cubicBezTo>
                    <a:pt x="1136028" y="487619"/>
                    <a:pt x="1182770" y="603430"/>
                    <a:pt x="1216299" y="717968"/>
                  </a:cubicBezTo>
                  <a:cubicBezTo>
                    <a:pt x="1258322" y="861562"/>
                    <a:pt x="1279621" y="1003719"/>
                    <a:pt x="1279621" y="1140583"/>
                  </a:cubicBezTo>
                  <a:cubicBezTo>
                    <a:pt x="1279621" y="1371711"/>
                    <a:pt x="1220280" y="1612115"/>
                    <a:pt x="1103320" y="1855145"/>
                  </a:cubicBezTo>
                  <a:close/>
                  <a:moveTo>
                    <a:pt x="1639816" y="1722385"/>
                  </a:moveTo>
                  <a:cubicBezTo>
                    <a:pt x="1639816" y="1738390"/>
                    <a:pt x="1630829" y="1749553"/>
                    <a:pt x="1622744" y="1749553"/>
                  </a:cubicBezTo>
                  <a:lnTo>
                    <a:pt x="1194877" y="1749553"/>
                  </a:lnTo>
                  <a:cubicBezTo>
                    <a:pt x="1208214" y="1716599"/>
                    <a:pt x="1220485" y="1683686"/>
                    <a:pt x="1231688" y="1650814"/>
                  </a:cubicBezTo>
                  <a:lnTo>
                    <a:pt x="1639816" y="1650814"/>
                  </a:lnTo>
                  <a:lnTo>
                    <a:pt x="1639816" y="1722385"/>
                  </a:lnTo>
                  <a:close/>
                  <a:moveTo>
                    <a:pt x="840427" y="587179"/>
                  </a:moveTo>
                  <a:cubicBezTo>
                    <a:pt x="684563" y="587179"/>
                    <a:pt x="557713" y="713987"/>
                    <a:pt x="557713" y="869852"/>
                  </a:cubicBezTo>
                  <a:cubicBezTo>
                    <a:pt x="557713" y="1025757"/>
                    <a:pt x="684563" y="1152566"/>
                    <a:pt x="840427" y="1152566"/>
                  </a:cubicBezTo>
                  <a:cubicBezTo>
                    <a:pt x="996291" y="1152566"/>
                    <a:pt x="1123141" y="1025757"/>
                    <a:pt x="1123141" y="869852"/>
                  </a:cubicBezTo>
                  <a:cubicBezTo>
                    <a:pt x="1123141" y="713987"/>
                    <a:pt x="996291" y="587179"/>
                    <a:pt x="840427" y="587179"/>
                  </a:cubicBezTo>
                  <a:close/>
                  <a:moveTo>
                    <a:pt x="840427" y="1111527"/>
                  </a:moveTo>
                  <a:cubicBezTo>
                    <a:pt x="707175" y="1111527"/>
                    <a:pt x="598752" y="1003104"/>
                    <a:pt x="598752" y="869852"/>
                  </a:cubicBezTo>
                  <a:cubicBezTo>
                    <a:pt x="598752" y="736600"/>
                    <a:pt x="707175" y="628217"/>
                    <a:pt x="840427" y="628217"/>
                  </a:cubicBezTo>
                  <a:cubicBezTo>
                    <a:pt x="973679" y="628217"/>
                    <a:pt x="1082103" y="736600"/>
                    <a:pt x="1082103" y="869852"/>
                  </a:cubicBezTo>
                  <a:cubicBezTo>
                    <a:pt x="1082103" y="1003104"/>
                    <a:pt x="973679" y="1111527"/>
                    <a:pt x="840427" y="1111527"/>
                  </a:cubicBezTo>
                  <a:close/>
                  <a:moveTo>
                    <a:pt x="840427" y="1235997"/>
                  </a:moveTo>
                  <a:cubicBezTo>
                    <a:pt x="738898" y="1235997"/>
                    <a:pt x="656288" y="1318566"/>
                    <a:pt x="656288" y="1420096"/>
                  </a:cubicBezTo>
                  <a:cubicBezTo>
                    <a:pt x="656288" y="1521625"/>
                    <a:pt x="738898" y="1604235"/>
                    <a:pt x="840427" y="1604235"/>
                  </a:cubicBezTo>
                  <a:cubicBezTo>
                    <a:pt x="941956" y="1604235"/>
                    <a:pt x="1024567" y="1521625"/>
                    <a:pt x="1024567" y="1420096"/>
                  </a:cubicBezTo>
                  <a:cubicBezTo>
                    <a:pt x="1024567" y="1318566"/>
                    <a:pt x="941956" y="1235997"/>
                    <a:pt x="840427" y="1235997"/>
                  </a:cubicBezTo>
                  <a:close/>
                  <a:moveTo>
                    <a:pt x="840427" y="1563197"/>
                  </a:moveTo>
                  <a:cubicBezTo>
                    <a:pt x="761510" y="1563197"/>
                    <a:pt x="697326" y="1499013"/>
                    <a:pt x="697326" y="1420096"/>
                  </a:cubicBezTo>
                  <a:cubicBezTo>
                    <a:pt x="697326" y="1341220"/>
                    <a:pt x="761510" y="1277035"/>
                    <a:pt x="840427" y="1277035"/>
                  </a:cubicBezTo>
                  <a:cubicBezTo>
                    <a:pt x="919344" y="1277035"/>
                    <a:pt x="983528" y="1341220"/>
                    <a:pt x="983528" y="1420096"/>
                  </a:cubicBezTo>
                  <a:cubicBezTo>
                    <a:pt x="983528" y="1499013"/>
                    <a:pt x="919344" y="1563197"/>
                    <a:pt x="840427" y="1563197"/>
                  </a:cubicBezTo>
                  <a:close/>
                </a:path>
              </a:pathLst>
            </a:custGeom>
            <a:solidFill>
              <a:srgbClr val="0C48BB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" name="Google Shape;183;p16"/>
            <p:cNvSpPr/>
            <p:nvPr/>
          </p:nvSpPr>
          <p:spPr>
            <a:xfrm rot="4226047">
              <a:off x="829962" y="431467"/>
              <a:ext cx="1598777" cy="1968286"/>
            </a:xfrm>
            <a:custGeom>
              <a:avLst/>
              <a:gdLst/>
              <a:ahLst/>
              <a:cxnLst/>
              <a:rect l="l" t="t" r="r" b="b"/>
              <a:pathLst>
                <a:path w="1598777" h="1968287" extrusionOk="0">
                  <a:moveTo>
                    <a:pt x="1598777" y="1609776"/>
                  </a:moveTo>
                  <a:lnTo>
                    <a:pt x="1598777" y="1681347"/>
                  </a:lnTo>
                  <a:cubicBezTo>
                    <a:pt x="1598777" y="1697352"/>
                    <a:pt x="1589790" y="1708514"/>
                    <a:pt x="1581706" y="1708514"/>
                  </a:cubicBezTo>
                  <a:lnTo>
                    <a:pt x="1153838" y="1708514"/>
                  </a:lnTo>
                  <a:cubicBezTo>
                    <a:pt x="1167176" y="1675560"/>
                    <a:pt x="1179446" y="1642647"/>
                    <a:pt x="1190650" y="1609776"/>
                  </a:cubicBezTo>
                  <a:lnTo>
                    <a:pt x="1598777" y="1609776"/>
                  </a:lnTo>
                  <a:close/>
                  <a:moveTo>
                    <a:pt x="1204151" y="1568737"/>
                  </a:moveTo>
                  <a:lnTo>
                    <a:pt x="1596110" y="1568737"/>
                  </a:lnTo>
                  <a:cubicBezTo>
                    <a:pt x="1594222" y="1561678"/>
                    <a:pt x="1591391" y="1555030"/>
                    <a:pt x="1587656" y="1549285"/>
                  </a:cubicBezTo>
                  <a:lnTo>
                    <a:pt x="1279375" y="1073526"/>
                  </a:lnTo>
                  <a:cubicBezTo>
                    <a:pt x="1279539" y="1082226"/>
                    <a:pt x="1279621" y="1090885"/>
                    <a:pt x="1279621" y="1099544"/>
                  </a:cubicBezTo>
                  <a:cubicBezTo>
                    <a:pt x="1279621" y="1252782"/>
                    <a:pt x="1254259" y="1409795"/>
                    <a:pt x="1204151" y="1568737"/>
                  </a:cubicBezTo>
                  <a:close/>
                  <a:moveTo>
                    <a:pt x="1238583" y="1099544"/>
                  </a:moveTo>
                  <a:cubicBezTo>
                    <a:pt x="1238583" y="1330673"/>
                    <a:pt x="1179241" y="1571076"/>
                    <a:pt x="1062281" y="1814106"/>
                  </a:cubicBezTo>
                  <a:cubicBezTo>
                    <a:pt x="1060394" y="1818005"/>
                    <a:pt x="1057685" y="1821534"/>
                    <a:pt x="1054115" y="1824571"/>
                  </a:cubicBezTo>
                  <a:cubicBezTo>
                    <a:pt x="1046399" y="1831260"/>
                    <a:pt x="1035524" y="1835118"/>
                    <a:pt x="1024280" y="1835118"/>
                  </a:cubicBezTo>
                  <a:lnTo>
                    <a:pt x="1008767" y="1835118"/>
                  </a:lnTo>
                  <a:lnTo>
                    <a:pt x="590010" y="1835118"/>
                  </a:lnTo>
                  <a:lnTo>
                    <a:pt x="574498" y="1835118"/>
                  </a:lnTo>
                  <a:cubicBezTo>
                    <a:pt x="557795" y="1835118"/>
                    <a:pt x="542529" y="1826664"/>
                    <a:pt x="536455" y="1814106"/>
                  </a:cubicBezTo>
                  <a:cubicBezTo>
                    <a:pt x="521517" y="1783081"/>
                    <a:pt x="507564" y="1752056"/>
                    <a:pt x="494514" y="1721113"/>
                  </a:cubicBezTo>
                  <a:cubicBezTo>
                    <a:pt x="494473" y="1721072"/>
                    <a:pt x="494473" y="1721031"/>
                    <a:pt x="494432" y="1720990"/>
                  </a:cubicBezTo>
                  <a:cubicBezTo>
                    <a:pt x="405337" y="1509724"/>
                    <a:pt x="360195" y="1301084"/>
                    <a:pt x="360195" y="1099544"/>
                  </a:cubicBezTo>
                  <a:cubicBezTo>
                    <a:pt x="360195" y="962681"/>
                    <a:pt x="381494" y="820523"/>
                    <a:pt x="423517" y="676930"/>
                  </a:cubicBezTo>
                  <a:cubicBezTo>
                    <a:pt x="457046" y="562350"/>
                    <a:pt x="503788" y="446581"/>
                    <a:pt x="562474" y="332781"/>
                  </a:cubicBezTo>
                  <a:cubicBezTo>
                    <a:pt x="662115" y="139654"/>
                    <a:pt x="761346" y="19616"/>
                    <a:pt x="765491" y="14610"/>
                  </a:cubicBezTo>
                  <a:cubicBezTo>
                    <a:pt x="773165" y="5458"/>
                    <a:pt x="785805" y="0"/>
                    <a:pt x="799389" y="0"/>
                  </a:cubicBezTo>
                  <a:cubicBezTo>
                    <a:pt x="812972" y="0"/>
                    <a:pt x="825612" y="5458"/>
                    <a:pt x="833245" y="14651"/>
                  </a:cubicBezTo>
                  <a:cubicBezTo>
                    <a:pt x="834271" y="15841"/>
                    <a:pt x="935554" y="137520"/>
                    <a:pt x="1036304" y="332781"/>
                  </a:cubicBezTo>
                  <a:cubicBezTo>
                    <a:pt x="1094989" y="446581"/>
                    <a:pt x="1141732" y="562391"/>
                    <a:pt x="1175260" y="676930"/>
                  </a:cubicBezTo>
                  <a:cubicBezTo>
                    <a:pt x="1217284" y="820523"/>
                    <a:pt x="1238583" y="962681"/>
                    <a:pt x="1238583" y="1099544"/>
                  </a:cubicBezTo>
                  <a:close/>
                  <a:moveTo>
                    <a:pt x="983528" y="1379057"/>
                  </a:moveTo>
                  <a:cubicBezTo>
                    <a:pt x="983528" y="1277528"/>
                    <a:pt x="900918" y="1194958"/>
                    <a:pt x="799389" y="1194958"/>
                  </a:cubicBezTo>
                  <a:cubicBezTo>
                    <a:pt x="697860" y="1194958"/>
                    <a:pt x="615249" y="1277528"/>
                    <a:pt x="615249" y="1379057"/>
                  </a:cubicBezTo>
                  <a:cubicBezTo>
                    <a:pt x="615249" y="1480586"/>
                    <a:pt x="697860" y="1563197"/>
                    <a:pt x="799389" y="1563197"/>
                  </a:cubicBezTo>
                  <a:cubicBezTo>
                    <a:pt x="900918" y="1563197"/>
                    <a:pt x="983528" y="1480586"/>
                    <a:pt x="983528" y="1379057"/>
                  </a:cubicBezTo>
                  <a:close/>
                  <a:moveTo>
                    <a:pt x="1082103" y="828813"/>
                  </a:moveTo>
                  <a:cubicBezTo>
                    <a:pt x="1082103" y="672949"/>
                    <a:pt x="955253" y="546140"/>
                    <a:pt x="799389" y="546140"/>
                  </a:cubicBezTo>
                  <a:cubicBezTo>
                    <a:pt x="643525" y="546140"/>
                    <a:pt x="516675" y="672949"/>
                    <a:pt x="516675" y="828813"/>
                  </a:cubicBezTo>
                  <a:cubicBezTo>
                    <a:pt x="516675" y="984718"/>
                    <a:pt x="643525" y="1111527"/>
                    <a:pt x="799389" y="1111527"/>
                  </a:cubicBezTo>
                  <a:cubicBezTo>
                    <a:pt x="955253" y="1111527"/>
                    <a:pt x="1082103" y="984718"/>
                    <a:pt x="1082103" y="828813"/>
                  </a:cubicBezTo>
                  <a:close/>
                  <a:moveTo>
                    <a:pt x="610530" y="1967303"/>
                  </a:moveTo>
                  <a:cubicBezTo>
                    <a:pt x="610530" y="1967836"/>
                    <a:pt x="610981" y="1968288"/>
                    <a:pt x="611515" y="1968288"/>
                  </a:cubicBezTo>
                  <a:lnTo>
                    <a:pt x="987263" y="1968288"/>
                  </a:lnTo>
                  <a:cubicBezTo>
                    <a:pt x="987796" y="1968288"/>
                    <a:pt x="988248" y="1967836"/>
                    <a:pt x="988248" y="1967303"/>
                  </a:cubicBezTo>
                  <a:lnTo>
                    <a:pt x="988248" y="1876156"/>
                  </a:lnTo>
                  <a:lnTo>
                    <a:pt x="610530" y="1876156"/>
                  </a:lnTo>
                  <a:lnTo>
                    <a:pt x="610530" y="1967303"/>
                  </a:lnTo>
                  <a:close/>
                  <a:moveTo>
                    <a:pt x="799389" y="587179"/>
                  </a:moveTo>
                  <a:cubicBezTo>
                    <a:pt x="666137" y="587179"/>
                    <a:pt x="557713" y="695561"/>
                    <a:pt x="557713" y="828813"/>
                  </a:cubicBezTo>
                  <a:cubicBezTo>
                    <a:pt x="557713" y="962065"/>
                    <a:pt x="666137" y="1070489"/>
                    <a:pt x="799389" y="1070489"/>
                  </a:cubicBezTo>
                  <a:cubicBezTo>
                    <a:pt x="932641" y="1070489"/>
                    <a:pt x="1041064" y="962065"/>
                    <a:pt x="1041064" y="828813"/>
                  </a:cubicBezTo>
                  <a:cubicBezTo>
                    <a:pt x="1041064" y="695561"/>
                    <a:pt x="932641" y="587179"/>
                    <a:pt x="799389" y="587179"/>
                  </a:cubicBezTo>
                  <a:close/>
                  <a:moveTo>
                    <a:pt x="799389" y="1235997"/>
                  </a:moveTo>
                  <a:cubicBezTo>
                    <a:pt x="720472" y="1235997"/>
                    <a:pt x="656288" y="1300181"/>
                    <a:pt x="656288" y="1379057"/>
                  </a:cubicBezTo>
                  <a:cubicBezTo>
                    <a:pt x="656288" y="1457974"/>
                    <a:pt x="720472" y="1522158"/>
                    <a:pt x="799389" y="1522158"/>
                  </a:cubicBezTo>
                  <a:cubicBezTo>
                    <a:pt x="878306" y="1522158"/>
                    <a:pt x="942490" y="1457974"/>
                    <a:pt x="942490" y="1379057"/>
                  </a:cubicBezTo>
                  <a:cubicBezTo>
                    <a:pt x="942490" y="1300181"/>
                    <a:pt x="878306" y="1235997"/>
                    <a:pt x="799389" y="1235997"/>
                  </a:cubicBezTo>
                  <a:close/>
                  <a:moveTo>
                    <a:pt x="0" y="1609776"/>
                  </a:moveTo>
                  <a:lnTo>
                    <a:pt x="0" y="1681347"/>
                  </a:lnTo>
                  <a:cubicBezTo>
                    <a:pt x="0" y="1697352"/>
                    <a:pt x="8987" y="1708514"/>
                    <a:pt x="17072" y="1708514"/>
                  </a:cubicBezTo>
                  <a:lnTo>
                    <a:pt x="444898" y="1708514"/>
                  </a:lnTo>
                  <a:cubicBezTo>
                    <a:pt x="431602" y="1675560"/>
                    <a:pt x="419331" y="1642647"/>
                    <a:pt x="408128" y="1609776"/>
                  </a:cubicBezTo>
                  <a:lnTo>
                    <a:pt x="0" y="1609776"/>
                  </a:lnTo>
                  <a:close/>
                  <a:moveTo>
                    <a:pt x="319156" y="1099544"/>
                  </a:moveTo>
                  <a:cubicBezTo>
                    <a:pt x="319156" y="1090885"/>
                    <a:pt x="319238" y="1082226"/>
                    <a:pt x="319403" y="1073526"/>
                  </a:cubicBezTo>
                  <a:lnTo>
                    <a:pt x="11162" y="1549285"/>
                  </a:lnTo>
                  <a:cubicBezTo>
                    <a:pt x="7428" y="1555030"/>
                    <a:pt x="4555" y="1561678"/>
                    <a:pt x="2668" y="1568737"/>
                  </a:cubicBezTo>
                  <a:lnTo>
                    <a:pt x="394626" y="1568737"/>
                  </a:lnTo>
                  <a:cubicBezTo>
                    <a:pt x="344477" y="1409795"/>
                    <a:pt x="319156" y="1252782"/>
                    <a:pt x="319156" y="109954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4" name="Google Shape;184;p16"/>
          <p:cNvGrpSpPr/>
          <p:nvPr/>
        </p:nvGrpSpPr>
        <p:grpSpPr>
          <a:xfrm>
            <a:off x="13606098" y="3414586"/>
            <a:ext cx="2325311" cy="2335734"/>
            <a:chOff x="6947" y="0"/>
            <a:chExt cx="3100414" cy="3114311"/>
          </a:xfrm>
        </p:grpSpPr>
        <p:grpSp>
          <p:nvGrpSpPr>
            <p:cNvPr id="185" name="Google Shape;185;p16"/>
            <p:cNvGrpSpPr/>
            <p:nvPr/>
          </p:nvGrpSpPr>
          <p:grpSpPr>
            <a:xfrm>
              <a:off x="6947" y="0"/>
              <a:ext cx="3100414" cy="3114311"/>
              <a:chOff x="1813" y="0"/>
              <a:chExt cx="809173" cy="812800"/>
            </a:xfrm>
          </p:grpSpPr>
          <p:sp>
            <p:nvSpPr>
              <p:cNvPr id="186" name="Google Shape;186;p16"/>
              <p:cNvSpPr/>
              <p:nvPr/>
            </p:nvSpPr>
            <p:spPr>
              <a:xfrm>
                <a:off x="1813" y="0"/>
                <a:ext cx="809173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09173" h="812800" extrusionOk="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" name="Google Shape;187;p16"/>
              <p:cNvSpPr txBox="1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75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88" name="Google Shape;188;p16"/>
            <p:cNvSpPr/>
            <p:nvPr/>
          </p:nvSpPr>
          <p:spPr>
            <a:xfrm>
              <a:off x="1027826" y="785040"/>
              <a:ext cx="1057613" cy="1823795"/>
            </a:xfrm>
            <a:custGeom>
              <a:avLst/>
              <a:gdLst/>
              <a:ahLst/>
              <a:cxnLst/>
              <a:rect l="l" t="t" r="r" b="b"/>
              <a:pathLst>
                <a:path w="1057613" h="1823795" extrusionOk="0">
                  <a:moveTo>
                    <a:pt x="835719" y="1631333"/>
                  </a:moveTo>
                  <a:lnTo>
                    <a:pt x="835719" y="1783530"/>
                  </a:lnTo>
                  <a:cubicBezTo>
                    <a:pt x="835719" y="1805767"/>
                    <a:pt x="817687" y="1823795"/>
                    <a:pt x="795445" y="1823795"/>
                  </a:cubicBezTo>
                  <a:lnTo>
                    <a:pt x="262168" y="1823795"/>
                  </a:lnTo>
                  <a:cubicBezTo>
                    <a:pt x="239926" y="1823795"/>
                    <a:pt x="221895" y="1805767"/>
                    <a:pt x="221895" y="1783530"/>
                  </a:cubicBezTo>
                  <a:lnTo>
                    <a:pt x="221895" y="1631333"/>
                  </a:lnTo>
                  <a:cubicBezTo>
                    <a:pt x="221895" y="1609095"/>
                    <a:pt x="239926" y="1591067"/>
                    <a:pt x="262168" y="1591067"/>
                  </a:cubicBezTo>
                  <a:lnTo>
                    <a:pt x="795483" y="1591067"/>
                  </a:lnTo>
                  <a:cubicBezTo>
                    <a:pt x="817687" y="1591030"/>
                    <a:pt x="835719" y="1609058"/>
                    <a:pt x="835719" y="1631333"/>
                  </a:cubicBezTo>
                  <a:close/>
                  <a:moveTo>
                    <a:pt x="1033509" y="0"/>
                  </a:moveTo>
                  <a:lnTo>
                    <a:pt x="24104" y="0"/>
                  </a:lnTo>
                  <a:cubicBezTo>
                    <a:pt x="10767" y="0"/>
                    <a:pt x="0" y="10802"/>
                    <a:pt x="0" y="24100"/>
                  </a:cubicBezTo>
                  <a:lnTo>
                    <a:pt x="0" y="710589"/>
                  </a:lnTo>
                  <a:cubicBezTo>
                    <a:pt x="0" y="959259"/>
                    <a:pt x="171711" y="1167813"/>
                    <a:pt x="403069" y="1224207"/>
                  </a:cubicBezTo>
                  <a:lnTo>
                    <a:pt x="402808" y="1224207"/>
                  </a:lnTo>
                  <a:lnTo>
                    <a:pt x="352550" y="1591030"/>
                  </a:lnTo>
                  <a:lnTo>
                    <a:pt x="705063" y="1591030"/>
                  </a:lnTo>
                  <a:lnTo>
                    <a:pt x="654805" y="1224207"/>
                  </a:lnTo>
                  <a:lnTo>
                    <a:pt x="654545" y="1224207"/>
                  </a:lnTo>
                  <a:cubicBezTo>
                    <a:pt x="885902" y="1167776"/>
                    <a:pt x="1057613" y="959259"/>
                    <a:pt x="1057613" y="710589"/>
                  </a:cubicBezTo>
                  <a:lnTo>
                    <a:pt x="1057613" y="24100"/>
                  </a:lnTo>
                  <a:cubicBezTo>
                    <a:pt x="1057613" y="10802"/>
                    <a:pt x="1046809" y="0"/>
                    <a:pt x="103350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9" name="Google Shape;189;p16"/>
            <p:cNvSpPr/>
            <p:nvPr/>
          </p:nvSpPr>
          <p:spPr>
            <a:xfrm>
              <a:off x="683504" y="766416"/>
              <a:ext cx="1746370" cy="1861043"/>
            </a:xfrm>
            <a:custGeom>
              <a:avLst/>
              <a:gdLst/>
              <a:ahLst/>
              <a:cxnLst/>
              <a:rect l="l" t="t" r="r" b="b"/>
              <a:pathLst>
                <a:path w="1746370" h="1861043" extrusionOk="0">
                  <a:moveTo>
                    <a:pt x="1690854" y="304320"/>
                  </a:moveTo>
                  <a:lnTo>
                    <a:pt x="1420564" y="304320"/>
                  </a:lnTo>
                  <a:lnTo>
                    <a:pt x="1420564" y="42724"/>
                  </a:lnTo>
                  <a:cubicBezTo>
                    <a:pt x="1420564" y="19183"/>
                    <a:pt x="1401378" y="0"/>
                    <a:pt x="1377832" y="0"/>
                  </a:cubicBezTo>
                  <a:lnTo>
                    <a:pt x="368427" y="0"/>
                  </a:lnTo>
                  <a:cubicBezTo>
                    <a:pt x="344844" y="0"/>
                    <a:pt x="325695" y="19183"/>
                    <a:pt x="325695" y="42724"/>
                  </a:cubicBezTo>
                  <a:lnTo>
                    <a:pt x="325695" y="304320"/>
                  </a:lnTo>
                  <a:lnTo>
                    <a:pt x="55368" y="304320"/>
                  </a:lnTo>
                  <a:cubicBezTo>
                    <a:pt x="24893" y="304320"/>
                    <a:pt x="81" y="329127"/>
                    <a:pt x="6" y="359634"/>
                  </a:cubicBezTo>
                  <a:cubicBezTo>
                    <a:pt x="-813" y="795329"/>
                    <a:pt x="79808" y="1061059"/>
                    <a:pt x="239635" y="1149524"/>
                  </a:cubicBezTo>
                  <a:cubicBezTo>
                    <a:pt x="281286" y="1172581"/>
                    <a:pt x="323273" y="1180701"/>
                    <a:pt x="361721" y="1180701"/>
                  </a:cubicBezTo>
                  <a:cubicBezTo>
                    <a:pt x="431650" y="1180701"/>
                    <a:pt x="489843" y="1153882"/>
                    <a:pt x="513277" y="1141330"/>
                  </a:cubicBezTo>
                  <a:cubicBezTo>
                    <a:pt x="574041" y="1194446"/>
                    <a:pt x="646615" y="1234376"/>
                    <a:pt x="726491" y="1256613"/>
                  </a:cubicBezTo>
                  <a:lnTo>
                    <a:pt x="680667" y="1591067"/>
                  </a:lnTo>
                  <a:lnTo>
                    <a:pt x="606528" y="1591067"/>
                  </a:lnTo>
                  <a:cubicBezTo>
                    <a:pt x="574041" y="1591067"/>
                    <a:pt x="547627" y="1617476"/>
                    <a:pt x="547627" y="1649957"/>
                  </a:cubicBezTo>
                  <a:lnTo>
                    <a:pt x="547627" y="1802154"/>
                  </a:lnTo>
                  <a:cubicBezTo>
                    <a:pt x="547627" y="1834635"/>
                    <a:pt x="574041" y="1861044"/>
                    <a:pt x="606528" y="1861044"/>
                  </a:cubicBezTo>
                  <a:lnTo>
                    <a:pt x="1139843" y="1861044"/>
                  </a:lnTo>
                  <a:cubicBezTo>
                    <a:pt x="1172330" y="1861044"/>
                    <a:pt x="1198744" y="1834635"/>
                    <a:pt x="1198744" y="1802154"/>
                  </a:cubicBezTo>
                  <a:lnTo>
                    <a:pt x="1198744" y="1649957"/>
                  </a:lnTo>
                  <a:cubicBezTo>
                    <a:pt x="1198744" y="1617476"/>
                    <a:pt x="1172330" y="1591067"/>
                    <a:pt x="1139843" y="1591067"/>
                  </a:cubicBezTo>
                  <a:lnTo>
                    <a:pt x="1065704" y="1591067"/>
                  </a:lnTo>
                  <a:lnTo>
                    <a:pt x="1019880" y="1256613"/>
                  </a:lnTo>
                  <a:cubicBezTo>
                    <a:pt x="1099756" y="1234376"/>
                    <a:pt x="1172330" y="1194446"/>
                    <a:pt x="1233094" y="1141330"/>
                  </a:cubicBezTo>
                  <a:cubicBezTo>
                    <a:pt x="1256528" y="1153882"/>
                    <a:pt x="1314721" y="1180701"/>
                    <a:pt x="1384650" y="1180701"/>
                  </a:cubicBezTo>
                  <a:cubicBezTo>
                    <a:pt x="1423098" y="1180701"/>
                    <a:pt x="1465047" y="1172581"/>
                    <a:pt x="1506736" y="1149524"/>
                  </a:cubicBezTo>
                  <a:cubicBezTo>
                    <a:pt x="1666563" y="1061096"/>
                    <a:pt x="1747184" y="795329"/>
                    <a:pt x="1746365" y="359634"/>
                  </a:cubicBezTo>
                  <a:cubicBezTo>
                    <a:pt x="1746179" y="329127"/>
                    <a:pt x="1721329" y="304320"/>
                    <a:pt x="1690854" y="304320"/>
                  </a:cubicBezTo>
                  <a:close/>
                  <a:moveTo>
                    <a:pt x="1161414" y="1649957"/>
                  </a:moveTo>
                  <a:lnTo>
                    <a:pt x="1161414" y="1802154"/>
                  </a:lnTo>
                  <a:cubicBezTo>
                    <a:pt x="1161414" y="1814111"/>
                    <a:pt x="1151690" y="1823795"/>
                    <a:pt x="1139768" y="1823795"/>
                  </a:cubicBezTo>
                  <a:lnTo>
                    <a:pt x="606491" y="1823795"/>
                  </a:lnTo>
                  <a:cubicBezTo>
                    <a:pt x="594532" y="1823795"/>
                    <a:pt x="584845" y="1814074"/>
                    <a:pt x="584845" y="1802154"/>
                  </a:cubicBezTo>
                  <a:lnTo>
                    <a:pt x="584845" y="1649957"/>
                  </a:lnTo>
                  <a:cubicBezTo>
                    <a:pt x="584845" y="1638000"/>
                    <a:pt x="594569" y="1628316"/>
                    <a:pt x="606491" y="1628316"/>
                  </a:cubicBezTo>
                  <a:lnTo>
                    <a:pt x="1139806" y="1628316"/>
                  </a:lnTo>
                  <a:cubicBezTo>
                    <a:pt x="1151727" y="1628278"/>
                    <a:pt x="1161414" y="1638000"/>
                    <a:pt x="1161414" y="1649957"/>
                  </a:cubicBezTo>
                  <a:close/>
                  <a:moveTo>
                    <a:pt x="368427" y="37248"/>
                  </a:moveTo>
                  <a:lnTo>
                    <a:pt x="1377832" y="37248"/>
                  </a:lnTo>
                  <a:cubicBezTo>
                    <a:pt x="1380850" y="37248"/>
                    <a:pt x="1383309" y="39707"/>
                    <a:pt x="1383309" y="42724"/>
                  </a:cubicBezTo>
                  <a:lnTo>
                    <a:pt x="1383309" y="322832"/>
                  </a:lnTo>
                  <a:cubicBezTo>
                    <a:pt x="1383309" y="322869"/>
                    <a:pt x="1383309" y="322869"/>
                    <a:pt x="1383309" y="322907"/>
                  </a:cubicBezTo>
                  <a:cubicBezTo>
                    <a:pt x="1383309" y="322944"/>
                    <a:pt x="1383309" y="322944"/>
                    <a:pt x="1383309" y="322981"/>
                  </a:cubicBezTo>
                  <a:lnTo>
                    <a:pt x="1383309" y="729213"/>
                  </a:lnTo>
                  <a:cubicBezTo>
                    <a:pt x="1383309" y="1010476"/>
                    <a:pt x="1154447" y="1239293"/>
                    <a:pt x="873130" y="1239293"/>
                  </a:cubicBezTo>
                  <a:cubicBezTo>
                    <a:pt x="591812" y="1239293"/>
                    <a:pt x="362951" y="1010476"/>
                    <a:pt x="362951" y="729213"/>
                  </a:cubicBezTo>
                  <a:lnTo>
                    <a:pt x="362951" y="323018"/>
                  </a:lnTo>
                  <a:cubicBezTo>
                    <a:pt x="362951" y="322981"/>
                    <a:pt x="362951" y="322981"/>
                    <a:pt x="362951" y="322944"/>
                  </a:cubicBezTo>
                  <a:cubicBezTo>
                    <a:pt x="362951" y="322907"/>
                    <a:pt x="362951" y="322907"/>
                    <a:pt x="362951" y="322869"/>
                  </a:cubicBezTo>
                  <a:lnTo>
                    <a:pt x="362951" y="42761"/>
                  </a:lnTo>
                  <a:cubicBezTo>
                    <a:pt x="362951" y="39707"/>
                    <a:pt x="365410" y="37248"/>
                    <a:pt x="368427" y="37248"/>
                  </a:cubicBezTo>
                  <a:close/>
                  <a:moveTo>
                    <a:pt x="257368" y="1116746"/>
                  </a:moveTo>
                  <a:cubicBezTo>
                    <a:pt x="74480" y="1015169"/>
                    <a:pt x="36740" y="648980"/>
                    <a:pt x="37262" y="359708"/>
                  </a:cubicBezTo>
                  <a:cubicBezTo>
                    <a:pt x="37262" y="349688"/>
                    <a:pt x="45421" y="341568"/>
                    <a:pt x="55368" y="341568"/>
                  </a:cubicBezTo>
                  <a:lnTo>
                    <a:pt x="325658" y="341568"/>
                  </a:lnTo>
                  <a:lnTo>
                    <a:pt x="325658" y="729250"/>
                  </a:lnTo>
                  <a:cubicBezTo>
                    <a:pt x="325658" y="879138"/>
                    <a:pt x="386236" y="1015132"/>
                    <a:pt x="484181" y="1114064"/>
                  </a:cubicBezTo>
                  <a:cubicBezTo>
                    <a:pt x="443609" y="1133098"/>
                    <a:pt x="347750" y="1166956"/>
                    <a:pt x="257368" y="1116746"/>
                  </a:cubicBezTo>
                  <a:close/>
                  <a:moveTo>
                    <a:pt x="1028039" y="1591030"/>
                  </a:moveTo>
                  <a:lnTo>
                    <a:pt x="718221" y="1591030"/>
                  </a:lnTo>
                  <a:lnTo>
                    <a:pt x="762853" y="1265404"/>
                  </a:lnTo>
                  <a:cubicBezTo>
                    <a:pt x="798469" y="1272705"/>
                    <a:pt x="835390" y="1276579"/>
                    <a:pt x="873130" y="1276579"/>
                  </a:cubicBezTo>
                  <a:cubicBezTo>
                    <a:pt x="910907" y="1276579"/>
                    <a:pt x="947790" y="1272742"/>
                    <a:pt x="983406" y="1265404"/>
                  </a:cubicBezTo>
                  <a:lnTo>
                    <a:pt x="1028039" y="1591030"/>
                  </a:lnTo>
                  <a:close/>
                  <a:moveTo>
                    <a:pt x="1488891" y="1116746"/>
                  </a:moveTo>
                  <a:cubicBezTo>
                    <a:pt x="1453982" y="1136152"/>
                    <a:pt x="1418254" y="1142968"/>
                    <a:pt x="1385171" y="1142968"/>
                  </a:cubicBezTo>
                  <a:cubicBezTo>
                    <a:pt x="1332678" y="1142968"/>
                    <a:pt x="1286965" y="1125685"/>
                    <a:pt x="1262004" y="1114026"/>
                  </a:cubicBezTo>
                  <a:cubicBezTo>
                    <a:pt x="1359949" y="1015094"/>
                    <a:pt x="1420564" y="879100"/>
                    <a:pt x="1420564" y="729213"/>
                  </a:cubicBezTo>
                  <a:lnTo>
                    <a:pt x="1420564" y="341568"/>
                  </a:lnTo>
                  <a:lnTo>
                    <a:pt x="1690854" y="341568"/>
                  </a:lnTo>
                  <a:cubicBezTo>
                    <a:pt x="1700838" y="341568"/>
                    <a:pt x="1708960" y="349726"/>
                    <a:pt x="1708960" y="359708"/>
                  </a:cubicBezTo>
                  <a:cubicBezTo>
                    <a:pt x="1709519" y="648980"/>
                    <a:pt x="1671779" y="1015169"/>
                    <a:pt x="1488891" y="1116746"/>
                  </a:cubicBezTo>
                  <a:close/>
                  <a:moveTo>
                    <a:pt x="765088" y="1726056"/>
                  </a:moveTo>
                  <a:cubicBezTo>
                    <a:pt x="765088" y="1715775"/>
                    <a:pt x="773434" y="1707431"/>
                    <a:pt x="783716" y="1707431"/>
                  </a:cubicBezTo>
                  <a:lnTo>
                    <a:pt x="962543" y="1707431"/>
                  </a:lnTo>
                  <a:cubicBezTo>
                    <a:pt x="972826" y="1707431"/>
                    <a:pt x="981171" y="1715775"/>
                    <a:pt x="981171" y="1726056"/>
                  </a:cubicBezTo>
                  <a:cubicBezTo>
                    <a:pt x="981171" y="1736336"/>
                    <a:pt x="972826" y="1744680"/>
                    <a:pt x="962543" y="1744680"/>
                  </a:cubicBezTo>
                  <a:lnTo>
                    <a:pt x="783716" y="1744680"/>
                  </a:lnTo>
                  <a:cubicBezTo>
                    <a:pt x="773434" y="1744680"/>
                    <a:pt x="765088" y="1736336"/>
                    <a:pt x="765088" y="1726056"/>
                  </a:cubicBezTo>
                  <a:close/>
                  <a:moveTo>
                    <a:pt x="721276" y="643281"/>
                  </a:moveTo>
                  <a:lnTo>
                    <a:pt x="694824" y="797564"/>
                  </a:lnTo>
                  <a:cubicBezTo>
                    <a:pt x="693036" y="807919"/>
                    <a:pt x="697208" y="818162"/>
                    <a:pt x="705703" y="824345"/>
                  </a:cubicBezTo>
                  <a:cubicBezTo>
                    <a:pt x="710509" y="827847"/>
                    <a:pt x="716134" y="829597"/>
                    <a:pt x="721760" y="829597"/>
                  </a:cubicBezTo>
                  <a:cubicBezTo>
                    <a:pt x="726119" y="829597"/>
                    <a:pt x="730478" y="828554"/>
                    <a:pt x="734539" y="826431"/>
                  </a:cubicBezTo>
                  <a:lnTo>
                    <a:pt x="873092" y="753610"/>
                  </a:lnTo>
                  <a:lnTo>
                    <a:pt x="1011646" y="826431"/>
                  </a:lnTo>
                  <a:cubicBezTo>
                    <a:pt x="1020923" y="831311"/>
                    <a:pt x="1031988" y="830529"/>
                    <a:pt x="1040482" y="824345"/>
                  </a:cubicBezTo>
                  <a:cubicBezTo>
                    <a:pt x="1048976" y="818162"/>
                    <a:pt x="1053149" y="807919"/>
                    <a:pt x="1051361" y="797564"/>
                  </a:cubicBezTo>
                  <a:lnTo>
                    <a:pt x="1024909" y="643281"/>
                  </a:lnTo>
                  <a:lnTo>
                    <a:pt x="1137011" y="534031"/>
                  </a:lnTo>
                  <a:cubicBezTo>
                    <a:pt x="1144537" y="526693"/>
                    <a:pt x="1147182" y="515965"/>
                    <a:pt x="1143941" y="505983"/>
                  </a:cubicBezTo>
                  <a:cubicBezTo>
                    <a:pt x="1140700" y="496000"/>
                    <a:pt x="1132243" y="488849"/>
                    <a:pt x="1121848" y="487359"/>
                  </a:cubicBezTo>
                  <a:lnTo>
                    <a:pt x="966939" y="464861"/>
                  </a:lnTo>
                  <a:lnTo>
                    <a:pt x="897644" y="324508"/>
                  </a:lnTo>
                  <a:cubicBezTo>
                    <a:pt x="897644" y="324508"/>
                    <a:pt x="897644" y="324508"/>
                    <a:pt x="897644" y="324508"/>
                  </a:cubicBezTo>
                  <a:cubicBezTo>
                    <a:pt x="892987" y="315085"/>
                    <a:pt x="883598" y="309237"/>
                    <a:pt x="873092" y="309237"/>
                  </a:cubicBezTo>
                  <a:cubicBezTo>
                    <a:pt x="862586" y="309237"/>
                    <a:pt x="853198" y="315085"/>
                    <a:pt x="848541" y="324508"/>
                  </a:cubicBezTo>
                  <a:lnTo>
                    <a:pt x="779245" y="464861"/>
                  </a:lnTo>
                  <a:lnTo>
                    <a:pt x="624299" y="487359"/>
                  </a:lnTo>
                  <a:cubicBezTo>
                    <a:pt x="613905" y="488886"/>
                    <a:pt x="605448" y="496000"/>
                    <a:pt x="602207" y="505983"/>
                  </a:cubicBezTo>
                  <a:cubicBezTo>
                    <a:pt x="598965" y="515965"/>
                    <a:pt x="601610" y="526730"/>
                    <a:pt x="609136" y="534031"/>
                  </a:cubicBezTo>
                  <a:lnTo>
                    <a:pt x="721276" y="643281"/>
                  </a:lnTo>
                  <a:close/>
                  <a:moveTo>
                    <a:pt x="794334" y="500284"/>
                  </a:moveTo>
                  <a:cubicBezTo>
                    <a:pt x="800407" y="499390"/>
                    <a:pt x="805660" y="495591"/>
                    <a:pt x="808379" y="490078"/>
                  </a:cubicBezTo>
                  <a:lnTo>
                    <a:pt x="873130" y="358889"/>
                  </a:lnTo>
                  <a:lnTo>
                    <a:pt x="937880" y="490078"/>
                  </a:lnTo>
                  <a:cubicBezTo>
                    <a:pt x="940600" y="495591"/>
                    <a:pt x="945853" y="499390"/>
                    <a:pt x="951888" y="500284"/>
                  </a:cubicBezTo>
                  <a:lnTo>
                    <a:pt x="1096701" y="521329"/>
                  </a:lnTo>
                  <a:lnTo>
                    <a:pt x="991901" y="623464"/>
                  </a:lnTo>
                  <a:cubicBezTo>
                    <a:pt x="987504" y="627748"/>
                    <a:pt x="985493" y="633894"/>
                    <a:pt x="986536" y="639965"/>
                  </a:cubicBezTo>
                  <a:lnTo>
                    <a:pt x="1011274" y="784154"/>
                  </a:lnTo>
                  <a:lnTo>
                    <a:pt x="881736" y="716064"/>
                  </a:lnTo>
                  <a:cubicBezTo>
                    <a:pt x="876296" y="713196"/>
                    <a:pt x="869814" y="713196"/>
                    <a:pt x="864412" y="716064"/>
                  </a:cubicBezTo>
                  <a:lnTo>
                    <a:pt x="734874" y="784154"/>
                  </a:lnTo>
                  <a:lnTo>
                    <a:pt x="759612" y="639965"/>
                  </a:lnTo>
                  <a:cubicBezTo>
                    <a:pt x="760655" y="633931"/>
                    <a:pt x="758643" y="627748"/>
                    <a:pt x="754247" y="623464"/>
                  </a:cubicBezTo>
                  <a:lnTo>
                    <a:pt x="649447" y="521329"/>
                  </a:lnTo>
                  <a:lnTo>
                    <a:pt x="794334" y="500284"/>
                  </a:lnTo>
                  <a:close/>
                </a:path>
              </a:pathLst>
            </a:custGeom>
            <a:solidFill>
              <a:srgbClr val="0C48BB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90" name="Google Shape;190;p16"/>
          <p:cNvSpPr txBox="1"/>
          <p:nvPr/>
        </p:nvSpPr>
        <p:spPr>
          <a:xfrm>
            <a:off x="1028700" y="1019175"/>
            <a:ext cx="13208985" cy="13849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u="none">
                <a:solidFill>
                  <a:srgbClr val="F6F6F6"/>
                </a:solidFill>
                <a:latin typeface="Tenor Sans"/>
                <a:ea typeface="Tenor Sans"/>
                <a:cs typeface="Tenor Sans"/>
                <a:sym typeface="Tenor Sans"/>
              </a:rPr>
              <a:t>Methodology </a:t>
            </a:r>
            <a:r>
              <a:rPr lang="en-US" sz="6000" u="none">
                <a:solidFill>
                  <a:srgbClr val="F6F6F6"/>
                </a:solidFill>
                <a:latin typeface="Tenor Sans"/>
                <a:ea typeface="Tenor Sans"/>
                <a:cs typeface="Tenor Sans"/>
                <a:sym typeface="Tenor Sans"/>
              </a:rPr>
              <a:t>(Steps Taken)</a:t>
            </a:r>
            <a:endParaRPr sz="6000"/>
          </a:p>
        </p:txBody>
      </p:sp>
      <p:grpSp>
        <p:nvGrpSpPr>
          <p:cNvPr id="191" name="Google Shape;191;p16"/>
          <p:cNvGrpSpPr/>
          <p:nvPr/>
        </p:nvGrpSpPr>
        <p:grpSpPr>
          <a:xfrm>
            <a:off x="2299645" y="3491705"/>
            <a:ext cx="2325311" cy="2335734"/>
            <a:chOff x="6947" y="0"/>
            <a:chExt cx="3100414" cy="3114311"/>
          </a:xfrm>
        </p:grpSpPr>
        <p:grpSp>
          <p:nvGrpSpPr>
            <p:cNvPr id="192" name="Google Shape;192;p16"/>
            <p:cNvGrpSpPr/>
            <p:nvPr/>
          </p:nvGrpSpPr>
          <p:grpSpPr>
            <a:xfrm>
              <a:off x="6947" y="0"/>
              <a:ext cx="3100414" cy="3114311"/>
              <a:chOff x="1813" y="0"/>
              <a:chExt cx="809173" cy="812800"/>
            </a:xfrm>
          </p:grpSpPr>
          <p:sp>
            <p:nvSpPr>
              <p:cNvPr id="193" name="Google Shape;193;p16"/>
              <p:cNvSpPr/>
              <p:nvPr/>
            </p:nvSpPr>
            <p:spPr>
              <a:xfrm>
                <a:off x="1813" y="0"/>
                <a:ext cx="809173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09173" h="812800" extrusionOk="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" name="Google Shape;194;p16"/>
              <p:cNvSpPr txBox="1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75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95" name="Google Shape;195;p16"/>
            <p:cNvSpPr/>
            <p:nvPr/>
          </p:nvSpPr>
          <p:spPr>
            <a:xfrm>
              <a:off x="928382" y="660744"/>
              <a:ext cx="1453693" cy="2012415"/>
            </a:xfrm>
            <a:custGeom>
              <a:avLst/>
              <a:gdLst/>
              <a:ahLst/>
              <a:cxnLst/>
              <a:rect l="l" t="t" r="r" b="b"/>
              <a:pathLst>
                <a:path w="1453692" h="2012416" extrusionOk="0">
                  <a:moveTo>
                    <a:pt x="1453692" y="108457"/>
                  </a:moveTo>
                  <a:lnTo>
                    <a:pt x="1453692" y="863175"/>
                  </a:lnTo>
                  <a:cubicBezTo>
                    <a:pt x="1453692" y="884677"/>
                    <a:pt x="1432365" y="899889"/>
                    <a:pt x="1412189" y="892489"/>
                  </a:cubicBezTo>
                  <a:cubicBezTo>
                    <a:pt x="987332" y="736505"/>
                    <a:pt x="562476" y="1100358"/>
                    <a:pt x="137619" y="909427"/>
                  </a:cubicBezTo>
                  <a:lnTo>
                    <a:pt x="137619" y="1958928"/>
                  </a:lnTo>
                  <a:cubicBezTo>
                    <a:pt x="137619" y="1988488"/>
                    <a:pt x="113662" y="2012416"/>
                    <a:pt x="84158" y="2012416"/>
                  </a:cubicBezTo>
                  <a:lnTo>
                    <a:pt x="53461" y="2012416"/>
                  </a:lnTo>
                  <a:cubicBezTo>
                    <a:pt x="23916" y="2012416"/>
                    <a:pt x="0" y="1988447"/>
                    <a:pt x="0" y="1958928"/>
                  </a:cubicBezTo>
                  <a:lnTo>
                    <a:pt x="0" y="53488"/>
                  </a:lnTo>
                  <a:cubicBezTo>
                    <a:pt x="0" y="23969"/>
                    <a:pt x="23957" y="0"/>
                    <a:pt x="53461" y="0"/>
                  </a:cubicBezTo>
                  <a:lnTo>
                    <a:pt x="84158" y="0"/>
                  </a:lnTo>
                  <a:cubicBezTo>
                    <a:pt x="113703" y="0"/>
                    <a:pt x="137619" y="23969"/>
                    <a:pt x="137619" y="53488"/>
                  </a:cubicBezTo>
                  <a:lnTo>
                    <a:pt x="137619" y="87900"/>
                  </a:lnTo>
                  <a:cubicBezTo>
                    <a:pt x="569872" y="282161"/>
                    <a:pt x="1002084" y="-97809"/>
                    <a:pt x="1434338" y="79595"/>
                  </a:cubicBezTo>
                  <a:cubicBezTo>
                    <a:pt x="1446049" y="84406"/>
                    <a:pt x="1453692" y="95835"/>
                    <a:pt x="1453692" y="10845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6" name="Google Shape;196;p16"/>
            <p:cNvSpPr/>
            <p:nvPr/>
          </p:nvSpPr>
          <p:spPr>
            <a:xfrm>
              <a:off x="907836" y="640188"/>
              <a:ext cx="1494785" cy="2053529"/>
            </a:xfrm>
            <a:custGeom>
              <a:avLst/>
              <a:gdLst/>
              <a:ahLst/>
              <a:cxnLst/>
              <a:rect l="l" t="t" r="r" b="b"/>
              <a:pathLst>
                <a:path w="1494784" h="2053529" extrusionOk="0">
                  <a:moveTo>
                    <a:pt x="1462692" y="81158"/>
                  </a:moveTo>
                  <a:cubicBezTo>
                    <a:pt x="1243832" y="-8675"/>
                    <a:pt x="1024151" y="40702"/>
                    <a:pt x="811702" y="88435"/>
                  </a:cubicBezTo>
                  <a:cubicBezTo>
                    <a:pt x="593788" y="137401"/>
                    <a:pt x="387668" y="183612"/>
                    <a:pt x="178753" y="94931"/>
                  </a:cubicBezTo>
                  <a:lnTo>
                    <a:pt x="178753" y="74045"/>
                  </a:lnTo>
                  <a:cubicBezTo>
                    <a:pt x="178753" y="33220"/>
                    <a:pt x="145550" y="0"/>
                    <a:pt x="104704" y="0"/>
                  </a:cubicBezTo>
                  <a:lnTo>
                    <a:pt x="74008" y="0"/>
                  </a:lnTo>
                  <a:cubicBezTo>
                    <a:pt x="33203" y="0"/>
                    <a:pt x="0" y="33220"/>
                    <a:pt x="0" y="74045"/>
                  </a:cubicBezTo>
                  <a:lnTo>
                    <a:pt x="0" y="1979484"/>
                  </a:lnTo>
                  <a:cubicBezTo>
                    <a:pt x="0" y="2020310"/>
                    <a:pt x="33203" y="2053530"/>
                    <a:pt x="74008" y="2053530"/>
                  </a:cubicBezTo>
                  <a:lnTo>
                    <a:pt x="104704" y="2053530"/>
                  </a:lnTo>
                  <a:cubicBezTo>
                    <a:pt x="145509" y="2053530"/>
                    <a:pt x="178712" y="2020310"/>
                    <a:pt x="178712" y="1979484"/>
                  </a:cubicBezTo>
                  <a:lnTo>
                    <a:pt x="178712" y="960860"/>
                  </a:lnTo>
                  <a:cubicBezTo>
                    <a:pt x="264636" y="994614"/>
                    <a:pt x="350643" y="1007318"/>
                    <a:pt x="436280" y="1007318"/>
                  </a:cubicBezTo>
                  <a:cubicBezTo>
                    <a:pt x="565845" y="1007318"/>
                    <a:pt x="694506" y="978415"/>
                    <a:pt x="820702" y="950047"/>
                  </a:cubicBezTo>
                  <a:cubicBezTo>
                    <a:pt x="1029041" y="903219"/>
                    <a:pt x="1225834" y="859022"/>
                    <a:pt x="1425667" y="932369"/>
                  </a:cubicBezTo>
                  <a:cubicBezTo>
                    <a:pt x="1441323" y="938124"/>
                    <a:pt x="1458870" y="935822"/>
                    <a:pt x="1472636" y="926243"/>
                  </a:cubicBezTo>
                  <a:cubicBezTo>
                    <a:pt x="1486525" y="916540"/>
                    <a:pt x="1494785" y="900670"/>
                    <a:pt x="1494785" y="883773"/>
                  </a:cubicBezTo>
                  <a:lnTo>
                    <a:pt x="1494785" y="129014"/>
                  </a:lnTo>
                  <a:cubicBezTo>
                    <a:pt x="1494785" y="107923"/>
                    <a:pt x="1482211" y="89134"/>
                    <a:pt x="1462692" y="81158"/>
                  </a:cubicBezTo>
                  <a:close/>
                  <a:moveTo>
                    <a:pt x="137660" y="1979526"/>
                  </a:moveTo>
                  <a:cubicBezTo>
                    <a:pt x="137660" y="1997698"/>
                    <a:pt x="122908" y="2012457"/>
                    <a:pt x="104745" y="2012457"/>
                  </a:cubicBezTo>
                  <a:lnTo>
                    <a:pt x="74049" y="2012457"/>
                  </a:lnTo>
                  <a:cubicBezTo>
                    <a:pt x="55886" y="2012457"/>
                    <a:pt x="41134" y="1997698"/>
                    <a:pt x="41134" y="1979526"/>
                  </a:cubicBezTo>
                  <a:lnTo>
                    <a:pt x="41134" y="74045"/>
                  </a:lnTo>
                  <a:cubicBezTo>
                    <a:pt x="41134" y="55873"/>
                    <a:pt x="55886" y="41113"/>
                    <a:pt x="74049" y="41113"/>
                  </a:cubicBezTo>
                  <a:lnTo>
                    <a:pt x="104745" y="41113"/>
                  </a:lnTo>
                  <a:cubicBezTo>
                    <a:pt x="122908" y="41113"/>
                    <a:pt x="137660" y="55873"/>
                    <a:pt x="137660" y="74045"/>
                  </a:cubicBezTo>
                  <a:lnTo>
                    <a:pt x="137660" y="108457"/>
                  </a:lnTo>
                  <a:lnTo>
                    <a:pt x="137660" y="929984"/>
                  </a:lnTo>
                  <a:lnTo>
                    <a:pt x="137660" y="1979526"/>
                  </a:lnTo>
                  <a:close/>
                  <a:moveTo>
                    <a:pt x="1453692" y="883773"/>
                  </a:moveTo>
                  <a:cubicBezTo>
                    <a:pt x="1453692" y="888788"/>
                    <a:pt x="1450487" y="891584"/>
                    <a:pt x="1449090" y="892530"/>
                  </a:cubicBezTo>
                  <a:cubicBezTo>
                    <a:pt x="1447446" y="893681"/>
                    <a:pt x="1444077" y="895325"/>
                    <a:pt x="1439803" y="893804"/>
                  </a:cubicBezTo>
                  <a:cubicBezTo>
                    <a:pt x="1228587" y="816264"/>
                    <a:pt x="1016631" y="863915"/>
                    <a:pt x="811661" y="909962"/>
                  </a:cubicBezTo>
                  <a:cubicBezTo>
                    <a:pt x="593788" y="958928"/>
                    <a:pt x="387668" y="1005221"/>
                    <a:pt x="178753" y="916540"/>
                  </a:cubicBezTo>
                  <a:lnTo>
                    <a:pt x="178753" y="139415"/>
                  </a:lnTo>
                  <a:cubicBezTo>
                    <a:pt x="264719" y="173169"/>
                    <a:pt x="350684" y="185791"/>
                    <a:pt x="436321" y="185791"/>
                  </a:cubicBezTo>
                  <a:cubicBezTo>
                    <a:pt x="565886" y="185791"/>
                    <a:pt x="694547" y="156889"/>
                    <a:pt x="820743" y="128520"/>
                  </a:cubicBezTo>
                  <a:cubicBezTo>
                    <a:pt x="1036479" y="80048"/>
                    <a:pt x="1240216" y="34247"/>
                    <a:pt x="1447117" y="119146"/>
                  </a:cubicBezTo>
                  <a:cubicBezTo>
                    <a:pt x="1451145" y="120791"/>
                    <a:pt x="1453733" y="124656"/>
                    <a:pt x="1453733" y="128973"/>
                  </a:cubicBezTo>
                  <a:lnTo>
                    <a:pt x="1453733" y="883773"/>
                  </a:lnTo>
                  <a:close/>
                </a:path>
              </a:pathLst>
            </a:custGeom>
            <a:solidFill>
              <a:srgbClr val="0C48BB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97" name="Google Shape;197;p16"/>
          <p:cNvSpPr txBox="1"/>
          <p:nvPr/>
        </p:nvSpPr>
        <p:spPr>
          <a:xfrm>
            <a:off x="1952809" y="6411283"/>
            <a:ext cx="3507900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 b="1" u="none">
                <a:solidFill>
                  <a:srgbClr val="F6F6F6"/>
                </a:solidFill>
                <a:latin typeface="Assistant"/>
                <a:ea typeface="Assistant"/>
                <a:cs typeface="Assistant"/>
                <a:sym typeface="Assistant"/>
              </a:rPr>
              <a:t>.</a:t>
            </a:r>
            <a:r>
              <a:rPr lang="en-US" sz="3500" b="1" u="none" err="1">
                <a:solidFill>
                  <a:srgbClr val="F6F6F6"/>
                </a:solidFill>
                <a:latin typeface="Assistant"/>
                <a:ea typeface="Assistant"/>
                <a:cs typeface="Assistant"/>
                <a:sym typeface="Assistant"/>
              </a:rPr>
              <a:t>isna</a:t>
            </a:r>
            <a:r>
              <a:rPr lang="en-US" sz="3500" b="1" u="none">
                <a:solidFill>
                  <a:srgbClr val="F6F6F6"/>
                </a:solidFill>
                <a:latin typeface="Assistant"/>
                <a:ea typeface="Assistant"/>
                <a:cs typeface="Assistant"/>
                <a:sym typeface="Assistant"/>
              </a:rPr>
              <a:t>() or </a:t>
            </a:r>
            <a:r>
              <a:rPr lang="en-US" sz="3500" b="1" u="none" err="1">
                <a:solidFill>
                  <a:srgbClr val="F6F6F6"/>
                </a:solidFill>
                <a:latin typeface="Assistant"/>
                <a:ea typeface="Assistant"/>
                <a:cs typeface="Assistant"/>
                <a:sym typeface="Assistant"/>
              </a:rPr>
              <a:t>isnull</a:t>
            </a:r>
            <a:r>
              <a:rPr lang="en-US" sz="3500" b="1" u="none">
                <a:solidFill>
                  <a:srgbClr val="F6F6F6"/>
                </a:solidFill>
                <a:latin typeface="Assistant"/>
                <a:ea typeface="Assistant"/>
                <a:cs typeface="Assistant"/>
                <a:sym typeface="Assistant"/>
              </a:rPr>
              <a:t>()</a:t>
            </a:r>
            <a:endParaRPr/>
          </a:p>
        </p:txBody>
      </p:sp>
      <p:sp>
        <p:nvSpPr>
          <p:cNvPr id="198" name="Google Shape;198;p16"/>
          <p:cNvSpPr txBox="1"/>
          <p:nvPr/>
        </p:nvSpPr>
        <p:spPr>
          <a:xfrm>
            <a:off x="1974073" y="7653363"/>
            <a:ext cx="3507899" cy="7691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99" u="none">
                <a:solidFill>
                  <a:srgbClr val="F6F6F6"/>
                </a:solidFill>
                <a:latin typeface="Assistant"/>
                <a:ea typeface="Assistant"/>
                <a:cs typeface="Assistant"/>
                <a:sym typeface="Assistant"/>
              </a:rPr>
              <a:t>This was used to check for missing values </a:t>
            </a:r>
            <a:endParaRPr/>
          </a:p>
        </p:txBody>
      </p:sp>
      <p:sp>
        <p:nvSpPr>
          <p:cNvPr id="199" name="Google Shape;199;p16"/>
          <p:cNvSpPr/>
          <p:nvPr/>
        </p:nvSpPr>
        <p:spPr>
          <a:xfrm>
            <a:off x="1922687" y="7163087"/>
            <a:ext cx="3072878" cy="146975"/>
          </a:xfrm>
          <a:custGeom>
            <a:avLst/>
            <a:gdLst/>
            <a:ahLst/>
            <a:cxnLst/>
            <a:rect l="l" t="t" r="r" b="b"/>
            <a:pathLst>
              <a:path w="809318" h="38710" extrusionOk="0">
                <a:moveTo>
                  <a:pt x="0" y="0"/>
                </a:moveTo>
                <a:lnTo>
                  <a:pt x="809318" y="0"/>
                </a:lnTo>
                <a:lnTo>
                  <a:pt x="809318" y="38710"/>
                </a:lnTo>
                <a:lnTo>
                  <a:pt x="0" y="38710"/>
                </a:lnTo>
                <a:close/>
              </a:path>
            </a:pathLst>
          </a:custGeom>
          <a:solidFill>
            <a:srgbClr val="B4E3EF"/>
          </a:solidFill>
          <a:ln>
            <a:noFill/>
          </a:ln>
        </p:spPr>
      </p:sp>
      <p:sp>
        <p:nvSpPr>
          <p:cNvPr id="200" name="Google Shape;200;p16"/>
          <p:cNvSpPr txBox="1"/>
          <p:nvPr/>
        </p:nvSpPr>
        <p:spPr>
          <a:xfrm>
            <a:off x="7677964" y="6411283"/>
            <a:ext cx="3507900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 b="1">
                <a:solidFill>
                  <a:srgbClr val="F6F6F6"/>
                </a:solidFill>
                <a:latin typeface="Assistant"/>
                <a:ea typeface="Assistant"/>
                <a:cs typeface="Assistant"/>
                <a:sym typeface="Assistant"/>
              </a:rPr>
              <a:t>.describe()</a:t>
            </a:r>
            <a:endParaRPr/>
          </a:p>
        </p:txBody>
      </p:sp>
      <p:sp>
        <p:nvSpPr>
          <p:cNvPr id="201" name="Google Shape;201;p16"/>
          <p:cNvSpPr txBox="1"/>
          <p:nvPr/>
        </p:nvSpPr>
        <p:spPr>
          <a:xfrm>
            <a:off x="7677964" y="7653363"/>
            <a:ext cx="2638500" cy="15383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99" u="none">
                <a:solidFill>
                  <a:srgbClr val="F6F6F6"/>
                </a:solidFill>
                <a:latin typeface="Assistant"/>
                <a:ea typeface="Assistant"/>
                <a:cs typeface="Assistant"/>
                <a:sym typeface="Assistant"/>
              </a:rPr>
              <a:t>As its name implies this was used to get description of the column</a:t>
            </a:r>
            <a:endParaRPr/>
          </a:p>
        </p:txBody>
      </p:sp>
      <p:sp>
        <p:nvSpPr>
          <p:cNvPr id="202" name="Google Shape;202;p16"/>
          <p:cNvSpPr txBox="1"/>
          <p:nvPr/>
        </p:nvSpPr>
        <p:spPr>
          <a:xfrm>
            <a:off x="13403119" y="6411283"/>
            <a:ext cx="3507900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 b="1">
                <a:solidFill>
                  <a:srgbClr val="F6F6F6"/>
                </a:solidFill>
                <a:latin typeface="Assistant"/>
                <a:ea typeface="Assistant"/>
                <a:cs typeface="Assistant"/>
                <a:sym typeface="Assistant"/>
              </a:rPr>
              <a:t>.unique()</a:t>
            </a:r>
            <a:endParaRPr/>
          </a:p>
        </p:txBody>
      </p:sp>
      <p:sp>
        <p:nvSpPr>
          <p:cNvPr id="203" name="Google Shape;203;p16"/>
          <p:cNvSpPr txBox="1"/>
          <p:nvPr/>
        </p:nvSpPr>
        <p:spPr>
          <a:xfrm>
            <a:off x="13403119" y="7653363"/>
            <a:ext cx="2638500" cy="1153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99" u="none">
                <a:solidFill>
                  <a:srgbClr val="F6F6F6"/>
                </a:solidFill>
                <a:latin typeface="Assistant"/>
                <a:ea typeface="Assistant"/>
                <a:cs typeface="Assistant"/>
                <a:sym typeface="Assistant"/>
              </a:rPr>
              <a:t>This was used to get unique values of the column</a:t>
            </a:r>
            <a:endParaRPr/>
          </a:p>
        </p:txBody>
      </p:sp>
      <p:sp>
        <p:nvSpPr>
          <p:cNvPr id="204" name="Google Shape;204;p16"/>
          <p:cNvSpPr/>
          <p:nvPr/>
        </p:nvSpPr>
        <p:spPr>
          <a:xfrm>
            <a:off x="13372997" y="7163087"/>
            <a:ext cx="3072878" cy="146975"/>
          </a:xfrm>
          <a:custGeom>
            <a:avLst/>
            <a:gdLst/>
            <a:ahLst/>
            <a:cxnLst/>
            <a:rect l="l" t="t" r="r" b="b"/>
            <a:pathLst>
              <a:path w="809318" h="38710" extrusionOk="0">
                <a:moveTo>
                  <a:pt x="0" y="0"/>
                </a:moveTo>
                <a:lnTo>
                  <a:pt x="809318" y="0"/>
                </a:lnTo>
                <a:lnTo>
                  <a:pt x="809318" y="38710"/>
                </a:lnTo>
                <a:lnTo>
                  <a:pt x="0" y="38710"/>
                </a:lnTo>
                <a:close/>
              </a:path>
            </a:pathLst>
          </a:custGeom>
          <a:solidFill>
            <a:srgbClr val="B4E3EF"/>
          </a:solidFill>
          <a:ln>
            <a:noFill/>
          </a:ln>
        </p:spPr>
      </p:sp>
      <p:sp>
        <p:nvSpPr>
          <p:cNvPr id="205" name="Google Shape;205;p16"/>
          <p:cNvSpPr/>
          <p:nvPr/>
        </p:nvSpPr>
        <p:spPr>
          <a:xfrm>
            <a:off x="7647842" y="7163087"/>
            <a:ext cx="3072900" cy="146974"/>
          </a:xfrm>
          <a:custGeom>
            <a:avLst/>
            <a:gdLst/>
            <a:ahLst/>
            <a:cxnLst/>
            <a:rect l="l" t="t" r="r" b="b"/>
            <a:pathLst>
              <a:path w="809318" h="38710" extrusionOk="0">
                <a:moveTo>
                  <a:pt x="0" y="0"/>
                </a:moveTo>
                <a:lnTo>
                  <a:pt x="809318" y="0"/>
                </a:lnTo>
                <a:lnTo>
                  <a:pt x="809318" y="38710"/>
                </a:lnTo>
                <a:lnTo>
                  <a:pt x="0" y="38710"/>
                </a:lnTo>
                <a:close/>
              </a:path>
            </a:pathLst>
          </a:custGeom>
          <a:solidFill>
            <a:srgbClr val="B4E3EF"/>
          </a:solidFill>
          <a:ln>
            <a:noFill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106;p14">
            <a:extLst>
              <a:ext uri="{FF2B5EF4-FFF2-40B4-BE49-F238E27FC236}">
                <a16:creationId xmlns:a16="http://schemas.microsoft.com/office/drawing/2014/main" id="{27AAA2AF-385B-7EB4-406F-2830D6802509}"/>
              </a:ext>
            </a:extLst>
          </p:cNvPr>
          <p:cNvSpPr/>
          <p:nvPr/>
        </p:nvSpPr>
        <p:spPr>
          <a:xfrm>
            <a:off x="0" y="0"/>
            <a:ext cx="18288000" cy="1384995"/>
          </a:xfrm>
          <a:custGeom>
            <a:avLst/>
            <a:gdLst/>
            <a:ahLst/>
            <a:cxnLst/>
            <a:rect l="l" t="t" r="r" b="b"/>
            <a:pathLst>
              <a:path w="8971816" h="1534372" extrusionOk="0">
                <a:moveTo>
                  <a:pt x="0" y="0"/>
                </a:moveTo>
                <a:lnTo>
                  <a:pt x="8971816" y="0"/>
                </a:lnTo>
                <a:lnTo>
                  <a:pt x="8971816" y="1534372"/>
                </a:lnTo>
                <a:lnTo>
                  <a:pt x="0" y="1534372"/>
                </a:lnTo>
                <a:close/>
              </a:path>
            </a:pathLst>
          </a:custGeom>
          <a:solidFill>
            <a:srgbClr val="0C48BB"/>
          </a:solidFill>
          <a:ln>
            <a:noFill/>
          </a:ln>
        </p:spPr>
      </p:sp>
      <p:sp>
        <p:nvSpPr>
          <p:cNvPr id="9" name="Google Shape;108;p14">
            <a:extLst>
              <a:ext uri="{FF2B5EF4-FFF2-40B4-BE49-F238E27FC236}">
                <a16:creationId xmlns:a16="http://schemas.microsoft.com/office/drawing/2014/main" id="{C86F3EE8-E65F-F9A5-D701-16684585E54A}"/>
              </a:ext>
            </a:extLst>
          </p:cNvPr>
          <p:cNvSpPr txBox="1"/>
          <p:nvPr/>
        </p:nvSpPr>
        <p:spPr>
          <a:xfrm>
            <a:off x="298434" y="0"/>
            <a:ext cx="17670589" cy="13849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0" i="0" u="none" strike="noStrike" cap="none">
                <a:solidFill>
                  <a:srgbClr val="FFFFFF"/>
                </a:solidFill>
                <a:latin typeface="Tenor Sans"/>
                <a:ea typeface="Tenor Sans"/>
                <a:cs typeface="Tenor Sans"/>
                <a:sym typeface="Tenor Sans"/>
              </a:rPr>
              <a:t>Methodology </a:t>
            </a:r>
            <a:r>
              <a:rPr lang="en-US" sz="5400" b="0" i="0" u="none" strike="noStrike" cap="none">
                <a:solidFill>
                  <a:srgbClr val="FFFFFF"/>
                </a:solidFill>
                <a:latin typeface="Tenor Sans"/>
                <a:ea typeface="Tenor Sans"/>
                <a:cs typeface="Tenor Sans"/>
                <a:sym typeface="Tenor Sans"/>
              </a:rPr>
              <a:t>(Changes Effected)</a:t>
            </a:r>
            <a:endParaRPr sz="540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FE0B548-4C9F-11FD-25ED-A08247E78EFB}"/>
              </a:ext>
            </a:extLst>
          </p:cNvPr>
          <p:cNvSpPr txBox="1"/>
          <p:nvPr/>
        </p:nvSpPr>
        <p:spPr>
          <a:xfrm>
            <a:off x="298434" y="1926077"/>
            <a:ext cx="4113296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>
                <a:latin typeface="Assistant" pitchFamily="2" charset="-79"/>
                <a:cs typeface="Assistant" pitchFamily="2" charset="-79"/>
              </a:rPr>
              <a:t>After calling </a:t>
            </a:r>
            <a:r>
              <a:rPr lang="en-US" sz="2800" b="1">
                <a:latin typeface="Assistant" pitchFamily="2" charset="-79"/>
                <a:cs typeface="Assistant" pitchFamily="2" charset="-79"/>
              </a:rPr>
              <a:t>.info()</a:t>
            </a:r>
            <a:r>
              <a:rPr lang="en-US" sz="2800">
                <a:latin typeface="Assistant" pitchFamily="2" charset="-79"/>
                <a:cs typeface="Assistant" pitchFamily="2" charset="-79"/>
              </a:rPr>
              <a:t> i Performed </a:t>
            </a:r>
            <a:r>
              <a:rPr lang="en-US" sz="2800" b="1" err="1">
                <a:latin typeface="Assistant" pitchFamily="2" charset="-79"/>
                <a:cs typeface="Assistant" pitchFamily="2" charset="-79"/>
              </a:rPr>
              <a:t>isna</a:t>
            </a:r>
            <a:r>
              <a:rPr lang="en-US" sz="2800" b="1">
                <a:latin typeface="Assistant" pitchFamily="2" charset="-79"/>
                <a:cs typeface="Assistant" pitchFamily="2" charset="-79"/>
              </a:rPr>
              <a:t>().sum() </a:t>
            </a:r>
            <a:r>
              <a:rPr lang="en-US" sz="2800">
                <a:latin typeface="Assistant" pitchFamily="2" charset="-79"/>
                <a:cs typeface="Assistant" pitchFamily="2" charset="-79"/>
              </a:rPr>
              <a:t>on the data frame to check for </a:t>
            </a:r>
            <a:r>
              <a:rPr lang="en-US" sz="2800" err="1">
                <a:latin typeface="Assistant" pitchFamily="2" charset="-79"/>
                <a:cs typeface="Assistant" pitchFamily="2" charset="-79"/>
              </a:rPr>
              <a:t>NaN</a:t>
            </a:r>
            <a:r>
              <a:rPr lang="en-US" sz="2800">
                <a:latin typeface="Assistant" pitchFamily="2" charset="-79"/>
                <a:cs typeface="Assistant" pitchFamily="2" charset="-79"/>
              </a:rPr>
              <a:t> values</a:t>
            </a:r>
          </a:p>
          <a:p>
            <a:endParaRPr lang="en-US" sz="2800" b="1">
              <a:latin typeface="Assistant" pitchFamily="2" charset="-79"/>
              <a:cs typeface="Assistant" pitchFamily="2" charset="-79"/>
            </a:endParaRPr>
          </a:p>
          <a:p>
            <a:r>
              <a:rPr lang="en-US" sz="2800" b="1">
                <a:latin typeface="Assistant" pitchFamily="2" charset="-79"/>
                <a:cs typeface="Assistant" pitchFamily="2" charset="-79"/>
              </a:rPr>
              <a:t>.unique() </a:t>
            </a:r>
            <a:r>
              <a:rPr lang="en-US" sz="2800">
                <a:latin typeface="Assistant" pitchFamily="2" charset="-79"/>
                <a:cs typeface="Assistant" pitchFamily="2" charset="-79"/>
              </a:rPr>
              <a:t> was called to ensure no empty string was present</a:t>
            </a:r>
          </a:p>
          <a:p>
            <a:endParaRPr lang="en-US" sz="2800" b="1">
              <a:latin typeface="Assistant" pitchFamily="2" charset="-79"/>
              <a:cs typeface="Assistant" pitchFamily="2" charset="-79"/>
            </a:endParaRPr>
          </a:p>
          <a:p>
            <a:r>
              <a:rPr lang="en-US" sz="2800" b="1">
                <a:latin typeface="Assistant" pitchFamily="2" charset="-79"/>
                <a:cs typeface="Assistant" pitchFamily="2" charset="-79"/>
              </a:rPr>
              <a:t>.Describe()  </a:t>
            </a:r>
            <a:r>
              <a:rPr lang="en-US" sz="2800">
                <a:latin typeface="Assistant" pitchFamily="2" charset="-79"/>
                <a:cs typeface="Assistant" pitchFamily="2" charset="-79"/>
              </a:rPr>
              <a:t> to get the statistics of the values in the column</a:t>
            </a:r>
            <a:endParaRPr lang="en-US" sz="2800" b="1">
              <a:latin typeface="Assistant" pitchFamily="2" charset="-79"/>
              <a:cs typeface="Assistant" pitchFamily="2" charset="-79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D58A9CEA-22ED-AF3A-5683-BBF8E52E80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384995"/>
            <a:ext cx="25680200" cy="5672708"/>
          </a:xfrm>
          <a:prstGeom prst="rect">
            <a:avLst/>
          </a:prstGeom>
        </p:spPr>
      </p:pic>
      <p:sp>
        <p:nvSpPr>
          <p:cNvPr id="19" name="Arrow: Right 18">
            <a:extLst>
              <a:ext uri="{FF2B5EF4-FFF2-40B4-BE49-F238E27FC236}">
                <a16:creationId xmlns:a16="http://schemas.microsoft.com/office/drawing/2014/main" id="{F7C50A52-B160-8F4A-0135-F3B415DA7676}"/>
              </a:ext>
            </a:extLst>
          </p:cNvPr>
          <p:cNvSpPr/>
          <p:nvPr/>
        </p:nvSpPr>
        <p:spPr>
          <a:xfrm flipH="1">
            <a:off x="14034977" y="4624720"/>
            <a:ext cx="978408" cy="300370"/>
          </a:xfrm>
          <a:prstGeom prst="rightArrow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Arrow: Right 19">
            <a:extLst>
              <a:ext uri="{FF2B5EF4-FFF2-40B4-BE49-F238E27FC236}">
                <a16:creationId xmlns:a16="http://schemas.microsoft.com/office/drawing/2014/main" id="{2809FCE6-87B6-A0C8-786D-ACA44D86E0EE}"/>
              </a:ext>
            </a:extLst>
          </p:cNvPr>
          <p:cNvSpPr/>
          <p:nvPr/>
        </p:nvSpPr>
        <p:spPr>
          <a:xfrm flipH="1">
            <a:off x="14034977" y="6110127"/>
            <a:ext cx="978408" cy="300370"/>
          </a:xfrm>
          <a:prstGeom prst="rightArrow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Arrow: Right 20">
            <a:extLst>
              <a:ext uri="{FF2B5EF4-FFF2-40B4-BE49-F238E27FC236}">
                <a16:creationId xmlns:a16="http://schemas.microsoft.com/office/drawing/2014/main" id="{4BF502C9-A496-526B-D878-F59852911040}"/>
              </a:ext>
            </a:extLst>
          </p:cNvPr>
          <p:cNvSpPr/>
          <p:nvPr/>
        </p:nvSpPr>
        <p:spPr>
          <a:xfrm>
            <a:off x="5869278" y="4624720"/>
            <a:ext cx="978408" cy="300370"/>
          </a:xfrm>
          <a:prstGeom prst="rightArrow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Arrow: Right 21">
            <a:extLst>
              <a:ext uri="{FF2B5EF4-FFF2-40B4-BE49-F238E27FC236}">
                <a16:creationId xmlns:a16="http://schemas.microsoft.com/office/drawing/2014/main" id="{1723E16D-1703-4F6D-F123-D1B762F5EBB4}"/>
              </a:ext>
            </a:extLst>
          </p:cNvPr>
          <p:cNvSpPr/>
          <p:nvPr/>
        </p:nvSpPr>
        <p:spPr>
          <a:xfrm flipV="1">
            <a:off x="5869278" y="6110127"/>
            <a:ext cx="978408" cy="300370"/>
          </a:xfrm>
          <a:prstGeom prst="rightArrow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8D671D3-0350-91E7-FF2D-53548F633238}"/>
              </a:ext>
            </a:extLst>
          </p:cNvPr>
          <p:cNvSpPr txBox="1"/>
          <p:nvPr/>
        </p:nvSpPr>
        <p:spPr>
          <a:xfrm>
            <a:off x="298434" y="7435279"/>
            <a:ext cx="4113296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err="1">
                <a:latin typeface="Assistant" pitchFamily="2" charset="-79"/>
                <a:cs typeface="Assistant" pitchFamily="2" charset="-79"/>
              </a:rPr>
              <a:t>Value_counts</a:t>
            </a:r>
            <a:r>
              <a:rPr lang="en-US" sz="2800" b="1">
                <a:latin typeface="Assistant" pitchFamily="2" charset="-79"/>
                <a:cs typeface="Assistant" pitchFamily="2" charset="-79"/>
              </a:rPr>
              <a:t>() </a:t>
            </a:r>
            <a:r>
              <a:rPr lang="en-US" sz="2800">
                <a:latin typeface="Assistant" pitchFamily="2" charset="-79"/>
                <a:cs typeface="Assistant" pitchFamily="2" charset="-79"/>
              </a:rPr>
              <a:t>to get a look at the distribution</a:t>
            </a:r>
          </a:p>
          <a:p>
            <a:endParaRPr lang="en-US" sz="2800" b="1">
              <a:latin typeface="Assistant" pitchFamily="2" charset="-79"/>
              <a:cs typeface="Assistant" pitchFamily="2" charset="-79"/>
            </a:endParaRPr>
          </a:p>
          <a:p>
            <a:r>
              <a:rPr lang="en-US" sz="2800">
                <a:latin typeface="Assistant" pitchFamily="2" charset="-79"/>
                <a:cs typeface="Assistant" pitchFamily="2" charset="-79"/>
              </a:rPr>
              <a:t>From these I noted down areas I needed to work on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8E70A1DD-BAC1-810A-8470-010AF93367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2016" y="7057703"/>
            <a:ext cx="15092012" cy="3229298"/>
          </a:xfrm>
          <a:prstGeom prst="rect">
            <a:avLst/>
          </a:prstGeom>
        </p:spPr>
      </p:pic>
      <p:sp>
        <p:nvSpPr>
          <p:cNvPr id="26" name="Arrow: Down 25">
            <a:extLst>
              <a:ext uri="{FF2B5EF4-FFF2-40B4-BE49-F238E27FC236}">
                <a16:creationId xmlns:a16="http://schemas.microsoft.com/office/drawing/2014/main" id="{3B0E39CA-6D0A-9322-521C-9FE2E67A986F}"/>
              </a:ext>
            </a:extLst>
          </p:cNvPr>
          <p:cNvSpPr/>
          <p:nvPr/>
        </p:nvSpPr>
        <p:spPr>
          <a:xfrm rot="16200000" flipV="1">
            <a:off x="11581860" y="6875463"/>
            <a:ext cx="233916" cy="978408"/>
          </a:xfrm>
          <a:prstGeom prst="downArrow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06;p14">
            <a:extLst>
              <a:ext uri="{FF2B5EF4-FFF2-40B4-BE49-F238E27FC236}">
                <a16:creationId xmlns:a16="http://schemas.microsoft.com/office/drawing/2014/main" id="{3532D9EB-5530-22D1-0AA7-711F77A42B5B}"/>
              </a:ext>
            </a:extLst>
          </p:cNvPr>
          <p:cNvSpPr/>
          <p:nvPr/>
        </p:nvSpPr>
        <p:spPr>
          <a:xfrm>
            <a:off x="0" y="0"/>
            <a:ext cx="18288000" cy="1384995"/>
          </a:xfrm>
          <a:custGeom>
            <a:avLst/>
            <a:gdLst/>
            <a:ahLst/>
            <a:cxnLst/>
            <a:rect l="l" t="t" r="r" b="b"/>
            <a:pathLst>
              <a:path w="8971816" h="1534372" extrusionOk="0">
                <a:moveTo>
                  <a:pt x="0" y="0"/>
                </a:moveTo>
                <a:lnTo>
                  <a:pt x="8971816" y="0"/>
                </a:lnTo>
                <a:lnTo>
                  <a:pt x="8971816" y="1534372"/>
                </a:lnTo>
                <a:lnTo>
                  <a:pt x="0" y="1534372"/>
                </a:lnTo>
                <a:close/>
              </a:path>
            </a:pathLst>
          </a:custGeom>
          <a:solidFill>
            <a:srgbClr val="0C48BB"/>
          </a:solidFill>
          <a:ln>
            <a:noFill/>
          </a:ln>
        </p:spPr>
      </p:sp>
      <p:sp>
        <p:nvSpPr>
          <p:cNvPr id="3" name="Google Shape;108;p14">
            <a:extLst>
              <a:ext uri="{FF2B5EF4-FFF2-40B4-BE49-F238E27FC236}">
                <a16:creationId xmlns:a16="http://schemas.microsoft.com/office/drawing/2014/main" id="{3FCA311D-BE8F-47A8-045D-EDC58D9C678B}"/>
              </a:ext>
            </a:extLst>
          </p:cNvPr>
          <p:cNvSpPr txBox="1"/>
          <p:nvPr/>
        </p:nvSpPr>
        <p:spPr>
          <a:xfrm>
            <a:off x="298434" y="0"/>
            <a:ext cx="17670589" cy="13849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0" i="0" u="none" strike="noStrike" cap="none">
                <a:solidFill>
                  <a:srgbClr val="FFFFFF"/>
                </a:solidFill>
                <a:latin typeface="Tenor Sans"/>
                <a:ea typeface="Tenor Sans"/>
                <a:cs typeface="Tenor Sans"/>
                <a:sym typeface="Tenor Sans"/>
              </a:rPr>
              <a:t>Methodology </a:t>
            </a:r>
            <a:r>
              <a:rPr lang="en-US" sz="5400" b="0" i="0" u="none" strike="noStrike" cap="none">
                <a:solidFill>
                  <a:srgbClr val="FFFFFF"/>
                </a:solidFill>
                <a:latin typeface="Tenor Sans"/>
                <a:ea typeface="Tenor Sans"/>
                <a:cs typeface="Tenor Sans"/>
                <a:sym typeface="Tenor Sans"/>
              </a:rPr>
              <a:t>(Changes Effected)</a:t>
            </a:r>
            <a:endParaRPr sz="540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BA30272-5CFE-ADEA-2F47-D1CA2282892E}"/>
              </a:ext>
            </a:extLst>
          </p:cNvPr>
          <p:cNvSpPr txBox="1"/>
          <p:nvPr/>
        </p:nvSpPr>
        <p:spPr>
          <a:xfrm>
            <a:off x="0" y="1555508"/>
            <a:ext cx="18204526" cy="49859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900">
                <a:latin typeface="Assistant" pitchFamily="2" charset="-79"/>
                <a:cs typeface="Assistant" pitchFamily="2" charset="-79"/>
              </a:rPr>
              <a:t>Changes made were Document and are as follows:</a:t>
            </a:r>
          </a:p>
          <a:p>
            <a:endParaRPr lang="en-US" sz="2900">
              <a:latin typeface="Assistant" pitchFamily="2" charset="-79"/>
              <a:cs typeface="Assistant" pitchFamily="2" charset="-79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900">
                <a:latin typeface="Assistant" pitchFamily="2" charset="-79"/>
                <a:cs typeface="Assistant" pitchFamily="2" charset="-79"/>
              </a:rPr>
              <a:t>Age column was formatted from string object to an integer. </a:t>
            </a:r>
            <a:r>
              <a:rPr lang="en-US" sz="2400" b="1" err="1">
                <a:latin typeface="Assistant" pitchFamily="2" charset="-79"/>
                <a:cs typeface="Assistant" pitchFamily="2" charset="-79"/>
              </a:rPr>
              <a:t>census_dataset</a:t>
            </a:r>
            <a:r>
              <a:rPr lang="en-US" sz="2400" b="1">
                <a:latin typeface="Assistant" pitchFamily="2" charset="-79"/>
                <a:cs typeface="Assistant" pitchFamily="2" charset="-79"/>
              </a:rPr>
              <a:t>["Age"] = </a:t>
            </a:r>
            <a:r>
              <a:rPr lang="en-US" sz="2400" b="1" err="1">
                <a:latin typeface="Assistant" pitchFamily="2" charset="-79"/>
                <a:cs typeface="Assistant" pitchFamily="2" charset="-79"/>
              </a:rPr>
              <a:t>census_dataset</a:t>
            </a:r>
            <a:r>
              <a:rPr lang="en-US" sz="2400" b="1">
                <a:latin typeface="Assistant" pitchFamily="2" charset="-79"/>
                <a:cs typeface="Assistant" pitchFamily="2" charset="-79"/>
              </a:rPr>
              <a:t>["Age"].</a:t>
            </a:r>
            <a:r>
              <a:rPr lang="en-US" sz="2400" b="1" err="1">
                <a:latin typeface="Assistant" pitchFamily="2" charset="-79"/>
                <a:cs typeface="Assistant" pitchFamily="2" charset="-79"/>
              </a:rPr>
              <a:t>astype</a:t>
            </a:r>
            <a:r>
              <a:rPr lang="en-US" sz="2400" b="1">
                <a:latin typeface="Assistant" pitchFamily="2" charset="-79"/>
                <a:cs typeface="Assistant" pitchFamily="2" charset="-79"/>
              </a:rPr>
              <a:t>(int)</a:t>
            </a:r>
            <a:endParaRPr lang="en-US" sz="2900">
              <a:latin typeface="Assistant" pitchFamily="2" charset="-79"/>
              <a:cs typeface="Assistant" pitchFamily="2" charset="-79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900">
                <a:latin typeface="Assistant" pitchFamily="2" charset="-79"/>
                <a:cs typeface="Assistant" pitchFamily="2" charset="-79"/>
              </a:rPr>
              <a:t>children below 16 years with no relationship to head of house families were traced and the correct data inputted.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err="1">
                <a:latin typeface="Assistant" pitchFamily="2" charset="-79"/>
                <a:cs typeface="Assistant" pitchFamily="2" charset="-79"/>
              </a:rPr>
              <a:t>census_dataset</a:t>
            </a:r>
            <a:r>
              <a:rPr lang="en-US" sz="2800" b="1">
                <a:latin typeface="Assistant" pitchFamily="2" charset="-79"/>
                <a:cs typeface="Assistant" pitchFamily="2" charset="-79"/>
              </a:rPr>
              <a:t>[(</a:t>
            </a:r>
            <a:r>
              <a:rPr lang="en-US" sz="2800" b="1" err="1">
                <a:latin typeface="Assistant" pitchFamily="2" charset="-79"/>
                <a:cs typeface="Assistant" pitchFamily="2" charset="-79"/>
              </a:rPr>
              <a:t>census_dataset</a:t>
            </a:r>
            <a:r>
              <a:rPr lang="en-US" sz="2800" b="1">
                <a:latin typeface="Assistant" pitchFamily="2" charset="-79"/>
                <a:cs typeface="Assistant" pitchFamily="2" charset="-79"/>
              </a:rPr>
              <a:t>["Relationship to Head of House"] == "None") &amp; (</a:t>
            </a:r>
            <a:r>
              <a:rPr lang="en-US" sz="2800" b="1" err="1">
                <a:latin typeface="Assistant" pitchFamily="2" charset="-79"/>
                <a:cs typeface="Assistant" pitchFamily="2" charset="-79"/>
              </a:rPr>
              <a:t>census_dataset</a:t>
            </a:r>
            <a:r>
              <a:rPr lang="en-US" sz="2800" b="1">
                <a:latin typeface="Assistant" pitchFamily="2" charset="-79"/>
                <a:cs typeface="Assistant" pitchFamily="2" charset="-79"/>
              </a:rPr>
              <a:t>["Age"] &lt;= 17)]</a:t>
            </a:r>
            <a:endParaRPr lang="en-US" sz="2900">
              <a:latin typeface="Assistant" pitchFamily="2" charset="-79"/>
              <a:cs typeface="Assistant" pitchFamily="2" charset="-79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900">
                <a:latin typeface="Assistant" pitchFamily="2" charset="-79"/>
                <a:cs typeface="Assistant" pitchFamily="2" charset="-79"/>
              </a:rPr>
              <a:t>Children with Marital status of </a:t>
            </a:r>
            <a:r>
              <a:rPr lang="en-US" sz="2900" err="1">
                <a:latin typeface="Assistant" pitchFamily="2" charset="-79"/>
                <a:cs typeface="Assistant" pitchFamily="2" charset="-79"/>
              </a:rPr>
              <a:t>NaN</a:t>
            </a:r>
            <a:r>
              <a:rPr lang="en-US" sz="2900">
                <a:latin typeface="Assistant" pitchFamily="2" charset="-79"/>
                <a:cs typeface="Assistant" pitchFamily="2" charset="-79"/>
              </a:rPr>
              <a:t> which where Aged &lt; less than 16 where changed to Single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900">
                <a:latin typeface="Assistant" pitchFamily="2" charset="-79"/>
                <a:cs typeface="Assistant" pitchFamily="2" charset="-79"/>
              </a:rPr>
              <a:t>Empty strings in </a:t>
            </a:r>
            <a:r>
              <a:rPr lang="en-US" sz="2900" b="1">
                <a:latin typeface="Assistant" pitchFamily="2" charset="-79"/>
                <a:cs typeface="Assistant" pitchFamily="2" charset="-79"/>
              </a:rPr>
              <a:t>Infirmity, Gender </a:t>
            </a:r>
            <a:r>
              <a:rPr lang="en-US" sz="2900">
                <a:latin typeface="Assistant" pitchFamily="2" charset="-79"/>
                <a:cs typeface="Assistant" pitchFamily="2" charset="-79"/>
              </a:rPr>
              <a:t>and </a:t>
            </a:r>
            <a:r>
              <a:rPr lang="en-US" sz="2900" b="1">
                <a:latin typeface="Assistant" pitchFamily="2" charset="-79"/>
                <a:cs typeface="Assistant" pitchFamily="2" charset="-79"/>
              </a:rPr>
              <a:t>Marital status </a:t>
            </a:r>
            <a:r>
              <a:rPr lang="en-US" sz="2900">
                <a:latin typeface="Assistant" pitchFamily="2" charset="-79"/>
                <a:cs typeface="Assistant" pitchFamily="2" charset="-79"/>
              </a:rPr>
              <a:t>where replaced with the appropriate values.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900">
                <a:latin typeface="Assistant" pitchFamily="2" charset="-79"/>
                <a:cs typeface="Assistant" pitchFamily="2" charset="-79"/>
              </a:rPr>
              <a:t>The religions Agnostic and </a:t>
            </a:r>
            <a:r>
              <a:rPr lang="en-US" sz="2900" err="1">
                <a:latin typeface="Assistant" pitchFamily="2" charset="-79"/>
                <a:cs typeface="Assistant" pitchFamily="2" charset="-79"/>
              </a:rPr>
              <a:t>sith</a:t>
            </a:r>
            <a:r>
              <a:rPr lang="en-US" sz="2900">
                <a:latin typeface="Assistant" pitchFamily="2" charset="-79"/>
                <a:cs typeface="Assistant" pitchFamily="2" charset="-79"/>
              </a:rPr>
              <a:t> where joined together with None as they aren’t recognized in the UK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900">
                <a:latin typeface="Assistant" pitchFamily="2" charset="-79"/>
                <a:cs typeface="Assistant" pitchFamily="2" charset="-79"/>
              </a:rPr>
              <a:t>The 1816 </a:t>
            </a:r>
            <a:r>
              <a:rPr lang="en-US" sz="2900" err="1">
                <a:latin typeface="Assistant" pitchFamily="2" charset="-79"/>
                <a:cs typeface="Assistant" pitchFamily="2" charset="-79"/>
              </a:rPr>
              <a:t>NaN</a:t>
            </a:r>
            <a:r>
              <a:rPr lang="en-US" sz="2900">
                <a:latin typeface="Assistant" pitchFamily="2" charset="-79"/>
                <a:cs typeface="Assistant" pitchFamily="2" charset="-79"/>
              </a:rPr>
              <a:t> Values in religion were Majorly children Aged 15years and Lower which are being replaced to those of the Head of their Family till they are able to decide themselves.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900">
                <a:latin typeface="Assistant" pitchFamily="2" charset="-79"/>
                <a:cs typeface="Assistant" pitchFamily="2" charset="-79"/>
              </a:rPr>
              <a:t>The others aged 16 and over were replaced to None as these are old enough to decide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FC01AB75-B0CE-C004-ABAD-9FED2F0A91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568751"/>
            <a:ext cx="18204526" cy="3718249"/>
          </a:xfrm>
          <a:prstGeom prst="rect">
            <a:avLst/>
          </a:prstGeom>
        </p:spPr>
      </p:pic>
      <p:sp>
        <p:nvSpPr>
          <p:cNvPr id="17" name="Arrow: Right 16">
            <a:extLst>
              <a:ext uri="{FF2B5EF4-FFF2-40B4-BE49-F238E27FC236}">
                <a16:creationId xmlns:a16="http://schemas.microsoft.com/office/drawing/2014/main" id="{91B881D4-3B16-912A-9E91-E9DFBAAFBF51}"/>
              </a:ext>
            </a:extLst>
          </p:cNvPr>
          <p:cNvSpPr/>
          <p:nvPr/>
        </p:nvSpPr>
        <p:spPr>
          <a:xfrm>
            <a:off x="298434" y="8459278"/>
            <a:ext cx="978408" cy="272214"/>
          </a:xfrm>
          <a:prstGeom prst="rightArrow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Arrow: Down 17">
            <a:extLst>
              <a:ext uri="{FF2B5EF4-FFF2-40B4-BE49-F238E27FC236}">
                <a16:creationId xmlns:a16="http://schemas.microsoft.com/office/drawing/2014/main" id="{64AC79C8-0CCE-E8CB-9BE9-3CE1773AAC78}"/>
              </a:ext>
            </a:extLst>
          </p:cNvPr>
          <p:cNvSpPr/>
          <p:nvPr/>
        </p:nvSpPr>
        <p:spPr>
          <a:xfrm>
            <a:off x="4019107" y="8731492"/>
            <a:ext cx="212651" cy="523157"/>
          </a:xfrm>
          <a:prstGeom prst="downArrow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106;p14">
            <a:extLst>
              <a:ext uri="{FF2B5EF4-FFF2-40B4-BE49-F238E27FC236}">
                <a16:creationId xmlns:a16="http://schemas.microsoft.com/office/drawing/2014/main" id="{AD9C6046-B946-0756-754D-540DEE85523C}"/>
              </a:ext>
            </a:extLst>
          </p:cNvPr>
          <p:cNvSpPr/>
          <p:nvPr/>
        </p:nvSpPr>
        <p:spPr>
          <a:xfrm>
            <a:off x="0" y="0"/>
            <a:ext cx="18288000" cy="1384995"/>
          </a:xfrm>
          <a:custGeom>
            <a:avLst/>
            <a:gdLst/>
            <a:ahLst/>
            <a:cxnLst/>
            <a:rect l="l" t="t" r="r" b="b"/>
            <a:pathLst>
              <a:path w="8971816" h="1534372" extrusionOk="0">
                <a:moveTo>
                  <a:pt x="0" y="0"/>
                </a:moveTo>
                <a:lnTo>
                  <a:pt x="8971816" y="0"/>
                </a:lnTo>
                <a:lnTo>
                  <a:pt x="8971816" y="1534372"/>
                </a:lnTo>
                <a:lnTo>
                  <a:pt x="0" y="1534372"/>
                </a:lnTo>
                <a:close/>
              </a:path>
            </a:pathLst>
          </a:custGeom>
          <a:solidFill>
            <a:srgbClr val="0C48BB"/>
          </a:solidFill>
          <a:ln>
            <a:noFill/>
          </a:ln>
        </p:spPr>
      </p:sp>
      <p:sp>
        <p:nvSpPr>
          <p:cNvPr id="7" name="Google Shape;108;p14">
            <a:extLst>
              <a:ext uri="{FF2B5EF4-FFF2-40B4-BE49-F238E27FC236}">
                <a16:creationId xmlns:a16="http://schemas.microsoft.com/office/drawing/2014/main" id="{82DCEE4B-5717-58FC-DA77-C6B335DA5592}"/>
              </a:ext>
            </a:extLst>
          </p:cNvPr>
          <p:cNvSpPr txBox="1"/>
          <p:nvPr/>
        </p:nvSpPr>
        <p:spPr>
          <a:xfrm>
            <a:off x="362229" y="0"/>
            <a:ext cx="17670589" cy="13849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>
                <a:solidFill>
                  <a:srgbClr val="FFFFFF"/>
                </a:solidFill>
                <a:latin typeface="Tenor Sans"/>
                <a:ea typeface="Tenor Sans"/>
                <a:cs typeface="Tenor Sans"/>
                <a:sym typeface="Tenor Sans"/>
              </a:rPr>
              <a:t>Summary</a:t>
            </a:r>
            <a:r>
              <a:rPr lang="en-US" sz="7500" b="0" i="0" u="none" strike="noStrike" cap="none">
                <a:solidFill>
                  <a:srgbClr val="FFFFFF"/>
                </a:solidFill>
                <a:latin typeface="Tenor Sans"/>
                <a:ea typeface="Tenor Sans"/>
                <a:cs typeface="Tenor Sans"/>
                <a:sym typeface="Tenor Sans"/>
              </a:rPr>
              <a:t> </a:t>
            </a:r>
            <a:endParaRPr sz="540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30C99BF-4967-AD73-C8E9-FC56DBF4C6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1384995"/>
            <a:ext cx="18288000" cy="890200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06;p14">
            <a:extLst>
              <a:ext uri="{FF2B5EF4-FFF2-40B4-BE49-F238E27FC236}">
                <a16:creationId xmlns:a16="http://schemas.microsoft.com/office/drawing/2014/main" id="{96FB0AAA-CFE1-0340-729B-673DA690D522}"/>
              </a:ext>
            </a:extLst>
          </p:cNvPr>
          <p:cNvSpPr/>
          <p:nvPr/>
        </p:nvSpPr>
        <p:spPr>
          <a:xfrm>
            <a:off x="0" y="0"/>
            <a:ext cx="18288000" cy="1384995"/>
          </a:xfrm>
          <a:custGeom>
            <a:avLst/>
            <a:gdLst/>
            <a:ahLst/>
            <a:cxnLst/>
            <a:rect l="l" t="t" r="r" b="b"/>
            <a:pathLst>
              <a:path w="8971816" h="1534372" extrusionOk="0">
                <a:moveTo>
                  <a:pt x="0" y="0"/>
                </a:moveTo>
                <a:lnTo>
                  <a:pt x="8971816" y="0"/>
                </a:lnTo>
                <a:lnTo>
                  <a:pt x="8971816" y="1534372"/>
                </a:lnTo>
                <a:lnTo>
                  <a:pt x="0" y="1534372"/>
                </a:lnTo>
                <a:close/>
              </a:path>
            </a:pathLst>
          </a:custGeom>
          <a:solidFill>
            <a:srgbClr val="0C48BB"/>
          </a:solidFill>
          <a:ln>
            <a:noFill/>
          </a:ln>
        </p:spPr>
      </p:sp>
      <p:sp>
        <p:nvSpPr>
          <p:cNvPr id="3" name="Google Shape;108;p14">
            <a:extLst>
              <a:ext uri="{FF2B5EF4-FFF2-40B4-BE49-F238E27FC236}">
                <a16:creationId xmlns:a16="http://schemas.microsoft.com/office/drawing/2014/main" id="{63FCA065-5404-2287-F22B-A9F5AA3E5AA2}"/>
              </a:ext>
            </a:extLst>
          </p:cNvPr>
          <p:cNvSpPr txBox="1"/>
          <p:nvPr/>
        </p:nvSpPr>
        <p:spPr>
          <a:xfrm>
            <a:off x="362229" y="0"/>
            <a:ext cx="17670589" cy="13849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>
                <a:solidFill>
                  <a:srgbClr val="FFFFFF"/>
                </a:solidFill>
                <a:latin typeface="Tenor Sans"/>
                <a:ea typeface="Tenor Sans"/>
                <a:cs typeface="Tenor Sans"/>
                <a:sym typeface="Tenor Sans"/>
              </a:rPr>
              <a:t>Conclusion</a:t>
            </a:r>
            <a:endParaRPr lang="en-US" sz="540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C13E291-ECB0-A7C1-F98B-7904CAC065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8074" y="1384995"/>
            <a:ext cx="15927573" cy="890200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20"/>
          <p:cNvSpPr txBox="1"/>
          <p:nvPr/>
        </p:nvSpPr>
        <p:spPr>
          <a:xfrm>
            <a:off x="1028700" y="3160485"/>
            <a:ext cx="6892200" cy="13696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>
                <a:solidFill>
                  <a:srgbClr val="0C48BB"/>
                </a:solidFill>
                <a:latin typeface="Tenor Sans"/>
                <a:ea typeface="Tenor Sans"/>
                <a:cs typeface="Tenor Sans"/>
                <a:sym typeface="Tenor Sans"/>
              </a:rPr>
              <a:t>Thank You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/>
          </a:p>
        </p:txBody>
      </p:sp>
      <p:sp>
        <p:nvSpPr>
          <p:cNvPr id="253" name="Google Shape;253;p20"/>
          <p:cNvSpPr/>
          <p:nvPr/>
        </p:nvSpPr>
        <p:spPr>
          <a:xfrm>
            <a:off x="12503216" y="-3610"/>
            <a:ext cx="5784784" cy="10290610"/>
          </a:xfrm>
          <a:custGeom>
            <a:avLst/>
            <a:gdLst/>
            <a:ahLst/>
            <a:cxnLst/>
            <a:rect l="l" t="t" r="r" b="b"/>
            <a:pathLst>
              <a:path w="2837927" h="5048417" extrusionOk="0">
                <a:moveTo>
                  <a:pt x="0" y="0"/>
                </a:moveTo>
                <a:lnTo>
                  <a:pt x="2837927" y="0"/>
                </a:lnTo>
                <a:lnTo>
                  <a:pt x="2837927" y="5048417"/>
                </a:lnTo>
                <a:lnTo>
                  <a:pt x="0" y="5048417"/>
                </a:lnTo>
                <a:close/>
              </a:path>
            </a:pathLst>
          </a:custGeom>
          <a:solidFill>
            <a:srgbClr val="0C48BB"/>
          </a:solidFill>
          <a:ln>
            <a:noFill/>
          </a:ln>
        </p:spPr>
      </p:sp>
      <p:pic>
        <p:nvPicPr>
          <p:cNvPr id="254" name="Google Shape;254;p20"/>
          <p:cNvPicPr preferRelativeResize="0"/>
          <p:nvPr/>
        </p:nvPicPr>
        <p:blipFill rotWithShape="1">
          <a:blip r:embed="rId3">
            <a:alphaModFix/>
          </a:blip>
          <a:srcRect l="2152" t="45433" r="2152"/>
          <a:stretch/>
        </p:blipFill>
        <p:spPr>
          <a:xfrm>
            <a:off x="10041583" y="1615119"/>
            <a:ext cx="8246417" cy="7053152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20"/>
          <p:cNvSpPr/>
          <p:nvPr/>
        </p:nvSpPr>
        <p:spPr>
          <a:xfrm>
            <a:off x="789072" y="5765158"/>
            <a:ext cx="9972675" cy="106944"/>
          </a:xfrm>
          <a:custGeom>
            <a:avLst/>
            <a:gdLst/>
            <a:ahLst/>
            <a:cxnLst/>
            <a:rect l="l" t="t" r="r" b="b"/>
            <a:pathLst>
              <a:path w="2626548" h="28166" extrusionOk="0">
                <a:moveTo>
                  <a:pt x="0" y="0"/>
                </a:moveTo>
                <a:lnTo>
                  <a:pt x="2626548" y="0"/>
                </a:lnTo>
                <a:lnTo>
                  <a:pt x="2626548" y="28166"/>
                </a:lnTo>
                <a:lnTo>
                  <a:pt x="0" y="28166"/>
                </a:lnTo>
                <a:close/>
              </a:path>
            </a:pathLst>
          </a:custGeom>
          <a:solidFill>
            <a:srgbClr val="B4E3EF"/>
          </a:solidFill>
          <a:ln>
            <a:noFill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Blue and White Simple Basic Company Roadmap Presentation">
  <a:themeElements>
    <a:clrScheme name="Office">
      <a:dk1>
        <a:srgbClr val="000000"/>
      </a:dk1>
      <a:lt1>
        <a:srgbClr val="FFFFFF"/>
      </a:lt1>
      <a:dk2>
        <a:srgbClr val="0C48BB"/>
      </a:dk2>
      <a:lt2>
        <a:srgbClr val="EEECE1"/>
      </a:lt2>
      <a:accent1>
        <a:srgbClr val="4F81BD"/>
      </a:accent1>
      <a:accent2>
        <a:srgbClr val="F6F6F6"/>
      </a:accent2>
      <a:accent3>
        <a:srgbClr val="B4E3EF"/>
      </a:accent3>
      <a:accent4>
        <a:srgbClr val="0C48BB"/>
      </a:accent4>
      <a:accent5>
        <a:srgbClr val="6488D2"/>
      </a:accent5>
      <a:accent6>
        <a:srgbClr val="D8D8D8"/>
      </a:accent6>
      <a:hlink>
        <a:srgbClr val="0C48BB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Custom</PresentationFormat>
  <Slides>10</Slides>
  <Notes>10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Blue and White Simple Basic Company Roadmap Presentation</vt:lpstr>
      <vt:lpstr>DigData Project 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Science Project 1</dc:title>
  <dc:creator>JAMES-ERIC</dc:creator>
  <cp:revision>53</cp:revision>
  <dcterms:modified xsi:type="dcterms:W3CDTF">2023-06-05T07:10:43Z</dcterms:modified>
</cp:coreProperties>
</file>